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61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4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3"/>
    <p:sldMasterId id="2147483679" r:id="rId4"/>
  </p:sldMasterIdLst>
  <p:notesMasterIdLst>
    <p:notesMasterId r:id="rId7"/>
  </p:notesMasterIdLst>
  <p:handoutMasterIdLst>
    <p:handoutMasterId r:id="rId47"/>
  </p:handoutMasterIdLst>
  <p:sldIdLst>
    <p:sldId id="322" r:id="rId5"/>
    <p:sldId id="323" r:id="rId6"/>
    <p:sldId id="324" r:id="rId8"/>
    <p:sldId id="268" r:id="rId9"/>
    <p:sldId id="270" r:id="rId10"/>
    <p:sldId id="272" r:id="rId11"/>
    <p:sldId id="271" r:id="rId12"/>
    <p:sldId id="273" r:id="rId13"/>
    <p:sldId id="274" r:id="rId14"/>
    <p:sldId id="275" r:id="rId15"/>
    <p:sldId id="276" r:id="rId16"/>
    <p:sldId id="279" r:id="rId17"/>
    <p:sldId id="325" r:id="rId18"/>
    <p:sldId id="284" r:id="rId19"/>
    <p:sldId id="285" r:id="rId20"/>
    <p:sldId id="290" r:id="rId21"/>
    <p:sldId id="291" r:id="rId22"/>
    <p:sldId id="292" r:id="rId23"/>
    <p:sldId id="293" r:id="rId24"/>
    <p:sldId id="304" r:id="rId25"/>
    <p:sldId id="297" r:id="rId26"/>
    <p:sldId id="296" r:id="rId27"/>
    <p:sldId id="298" r:id="rId28"/>
    <p:sldId id="302" r:id="rId29"/>
    <p:sldId id="310" r:id="rId30"/>
    <p:sldId id="311" r:id="rId31"/>
    <p:sldId id="306" r:id="rId32"/>
    <p:sldId id="305" r:id="rId33"/>
    <p:sldId id="312" r:id="rId34"/>
    <p:sldId id="315" r:id="rId35"/>
    <p:sldId id="316" r:id="rId36"/>
    <p:sldId id="318" r:id="rId37"/>
    <p:sldId id="319" r:id="rId38"/>
    <p:sldId id="320" r:id="rId39"/>
    <p:sldId id="326" r:id="rId40"/>
    <p:sldId id="327" r:id="rId41"/>
    <p:sldId id="330" r:id="rId42"/>
    <p:sldId id="332" r:id="rId43"/>
    <p:sldId id="333" r:id="rId44"/>
    <p:sldId id="334" r:id="rId45"/>
    <p:sldId id="335" r:id="rId46"/>
  </p:sldIdLst>
  <p:sldSz cx="9144000" cy="6858000" type="screen4x3"/>
  <p:notesSz cx="6858000" cy="9144000"/>
  <p:custDataLst>
    <p:tags r:id="rId54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52"/>
        <p:guide pos="286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4" Type="http://schemas.openxmlformats.org/officeDocument/2006/relationships/tags" Target="tags/tag614.xml"/><Relationship Id="rId53" Type="http://schemas.openxmlformats.org/officeDocument/2006/relationships/customXml" Target="../customXml/item1.xml"/><Relationship Id="rId52" Type="http://schemas.openxmlformats.org/officeDocument/2006/relationships/customXmlProps" Target="../customXml/itemProps613.xml"/><Relationship Id="rId51" Type="http://schemas.openxmlformats.org/officeDocument/2006/relationships/commentAuthors" Target="commentAuthors.xml"/><Relationship Id="rId50" Type="http://schemas.openxmlformats.org/officeDocument/2006/relationships/tableStyles" Target="tableStyles.xml"/><Relationship Id="rId5" Type="http://schemas.openxmlformats.org/officeDocument/2006/relationships/slide" Target="slides/slide1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themeOverride" Target="../theme/themeOverrid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themeOverride" Target="../theme/themeOverrid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4" Type="http://schemas.microsoft.com/office/2011/relationships/chartColorStyle" Target="colors4.xml"/><Relationship Id="rId3" Type="http://schemas.microsoft.com/office/2011/relationships/chartStyle" Target="style4.xml"/><Relationship Id="rId2" Type="http://schemas.openxmlformats.org/officeDocument/2006/relationships/themeOverride" Target="../theme/themeOverrid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4" Type="http://schemas.microsoft.com/office/2011/relationships/chartColorStyle" Target="colors5.xml"/><Relationship Id="rId3" Type="http://schemas.microsoft.com/office/2011/relationships/chartStyle" Target="style5.xml"/><Relationship Id="rId2" Type="http://schemas.openxmlformats.org/officeDocument/2006/relationships/themeOverride" Target="../theme/themeOverrid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4" Type="http://schemas.microsoft.com/office/2011/relationships/chartColorStyle" Target="colors6.xml"/><Relationship Id="rId3" Type="http://schemas.microsoft.com/office/2011/relationships/chartStyle" Target="style6.xml"/><Relationship Id="rId2" Type="http://schemas.openxmlformats.org/officeDocument/2006/relationships/themeOverride" Target="../theme/themeOverrid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4" Type="http://schemas.microsoft.com/office/2011/relationships/chartColorStyle" Target="colors7.xml"/><Relationship Id="rId3" Type="http://schemas.microsoft.com/office/2011/relationships/chartStyle" Target="style7.xml"/><Relationship Id="rId2" Type="http://schemas.openxmlformats.org/officeDocument/2006/relationships/themeOverride" Target="../theme/themeOverride7.xml"/><Relationship Id="rId1" Type="http://schemas.openxmlformats.org/officeDocument/2006/relationships/package" Target="../embeddings/Workbook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68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altLang="en-US" sz="1680" b="1"/>
              <a:t>数据集分布</a:t>
            </a:r>
            <a:r>
              <a:rPr lang="en-US" altLang="zh-CN" sz="1680" b="1"/>
              <a:t>——</a:t>
            </a:r>
            <a:r>
              <a:rPr altLang="en-US" sz="1680" b="1"/>
              <a:t>测试集与训练集</a:t>
            </a:r>
            <a:endParaRPr altLang="en-US" sz="1680" b="1"/>
          </a:p>
        </c:rich>
      </c:tx>
      <c:layout>
        <c:manualLayout>
          <c:xMode val="edge"/>
          <c:yMode val="edge"/>
          <c:x val="0.295466560544862"/>
          <c:y val="0.10594349528406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17630629426701"/>
          <c:y val="0.248661909009813"/>
          <c:w val="0.783745823867433"/>
          <c:h val="0.60548617305976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FF94A1"/>
            </a:solidFill>
            <a:ln>
              <a:noFill/>
            </a:ln>
            <a:effectLst/>
          </c:spPr>
          <c:invertIfNegative val="0"/>
          <c:dLbls>
            <c:delete val="1"/>
          </c:dLbls>
          <c:errBars>
            <c:errBarType val="minus"/>
            <c:errValType val="percentage"/>
            <c:noEndCap val="1"/>
            <c:val val="100"/>
            <c:spPr>
              <a:noFill/>
              <a:ln w="9525" cap="flat" cmpd="sng" algn="ctr">
                <a:solidFill>
                  <a:schemeClr val="accent1"/>
                </a:solidFill>
                <a:round/>
                <a:headEnd type="oval"/>
              </a:ln>
              <a:effectLst/>
            </c:spPr>
          </c:errBars>
          <c:cat>
            <c:strRef>
              <c:f>Sheet1!$A$2:$A$3</c:f>
              <c:strCache>
                <c:ptCount val="2"/>
                <c:pt idx="0">
                  <c:v>训练集</c:v>
                </c:pt>
                <c:pt idx="1">
                  <c:v>测试集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A5CEDE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400" b="1" i="0" u="none" strike="noStrike" kern="1200" baseline="0">
                    <a:solidFill>
                      <a:srgbClr val="A5CEDE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minus"/>
            <c:errValType val="percentage"/>
            <c:noEndCap val="1"/>
            <c:val val="100"/>
            <c:spPr>
              <a:noFill/>
              <a:ln w="9525" cap="flat" cmpd="sng" algn="ctr">
                <a:solidFill>
                  <a:schemeClr val="accent1"/>
                </a:solidFill>
                <a:round/>
                <a:headEnd type="oval"/>
              </a:ln>
              <a:effectLst/>
            </c:spPr>
          </c:errBars>
          <c:cat>
            <c:strRef>
              <c:f>Sheet1!$A$2:$A$3</c:f>
              <c:strCache>
                <c:ptCount val="2"/>
                <c:pt idx="0">
                  <c:v>训练集</c:v>
                </c:pt>
                <c:pt idx="1">
                  <c:v>测试集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10748</c:v>
                </c:pt>
                <c:pt idx="1">
                  <c:v>1342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-100"/>
        <c:axId val="1138951648"/>
        <c:axId val="1138957632"/>
      </c:barChart>
      <c:catAx>
        <c:axId val="1138951648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noFill/>
          <a:ln w="3175" cap="flat" cmpd="sng" algn="ctr">
            <a:solidFill>
              <a:sysClr val="windowText" lastClr="000000">
                <a:lumMod val="75000"/>
                <a:lumOff val="25000"/>
                <a:alpha val="33000"/>
              </a:sys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138957632"/>
        <c:crosses val="autoZero"/>
        <c:auto val="1"/>
        <c:lblAlgn val="ctr"/>
        <c:lblOffset val="1"/>
        <c:noMultiLvlLbl val="0"/>
      </c:catAx>
      <c:valAx>
        <c:axId val="11389576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138951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ysClr val="window" lastClr="FFFFFF"/>
    </a:solidFill>
    <a:ln w="88900" cap="flat" cmpd="sng" algn="ctr">
      <a:solidFill>
        <a:srgbClr val="B9D2DD"/>
      </a:solidFill>
      <a:miter lim="800000"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1400" b="1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b="1"/>
              <a:t>训练集数据分布</a:t>
            </a:r>
            <a:endParaRPr b="1"/>
          </a:p>
        </c:rich>
      </c:tx>
      <c:layout>
        <c:manualLayout>
          <c:xMode val="edge"/>
          <c:yMode val="edge"/>
          <c:x val="0.379114067713336"/>
          <c:y val="0.0884067733684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17630629426701"/>
          <c:y val="0.248661909009813"/>
          <c:w val="0.783745823867433"/>
          <c:h val="0.60548617305976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FF94A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地址</c:v>
                </c:pt>
                <c:pt idx="1">
                  <c:v>书名</c:v>
                </c:pt>
                <c:pt idx="2">
                  <c:v>公司</c:v>
                </c:pt>
                <c:pt idx="3">
                  <c:v>游戏</c:v>
                </c:pt>
                <c:pt idx="4">
                  <c:v>政府</c:v>
                </c:pt>
                <c:pt idx="5">
                  <c:v>电影</c:v>
                </c:pt>
                <c:pt idx="6">
                  <c:v>名字</c:v>
                </c:pt>
                <c:pt idx="7">
                  <c:v>组织</c:v>
                </c:pt>
                <c:pt idx="8">
                  <c:v>位置</c:v>
                </c:pt>
                <c:pt idx="9">
                  <c:v>风景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1.2</c:v>
                </c:pt>
                <c:pt idx="1">
                  <c:v>1.2</c:v>
                </c:pt>
                <c:pt idx="2">
                  <c:v>1.2</c:v>
                </c:pt>
                <c:pt idx="3">
                  <c:v>1.2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A5CEDE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1" i="0" u="none" strike="noStrike" kern="1200" baseline="0">
                    <a:solidFill>
                      <a:srgbClr val="A5CEDE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地址</c:v>
                </c:pt>
                <c:pt idx="1">
                  <c:v>书名</c:v>
                </c:pt>
                <c:pt idx="2">
                  <c:v>公司</c:v>
                </c:pt>
                <c:pt idx="3">
                  <c:v>游戏</c:v>
                </c:pt>
                <c:pt idx="4">
                  <c:v>政府</c:v>
                </c:pt>
                <c:pt idx="5">
                  <c:v>电影</c:v>
                </c:pt>
                <c:pt idx="6">
                  <c:v>名字</c:v>
                </c:pt>
                <c:pt idx="7">
                  <c:v>组织</c:v>
                </c:pt>
                <c:pt idx="8">
                  <c:v>位置</c:v>
                </c:pt>
                <c:pt idx="9">
                  <c:v>风景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2829</c:v>
                </c:pt>
                <c:pt idx="1">
                  <c:v>1131</c:v>
                </c:pt>
                <c:pt idx="2">
                  <c:v>2897</c:v>
                </c:pt>
                <c:pt idx="3">
                  <c:v>2325</c:v>
                </c:pt>
                <c:pt idx="4">
                  <c:v>1797</c:v>
                </c:pt>
                <c:pt idx="5">
                  <c:v>1109</c:v>
                </c:pt>
                <c:pt idx="6">
                  <c:v>3361</c:v>
                </c:pt>
                <c:pt idx="7">
                  <c:v>3075</c:v>
                </c:pt>
                <c:pt idx="8">
                  <c:v>3052</c:v>
                </c:pt>
                <c:pt idx="9">
                  <c:v>1462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-100"/>
        <c:axId val="1138951648"/>
        <c:axId val="1138957632"/>
      </c:barChart>
      <c:catAx>
        <c:axId val="1138951648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noFill/>
          <a:ln w="3175" cap="flat" cmpd="sng" algn="ctr">
            <a:solidFill>
              <a:sysClr val="windowText" lastClr="000000">
                <a:lumMod val="75000"/>
                <a:lumOff val="25000"/>
                <a:alpha val="33000"/>
              </a:sys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138957632"/>
        <c:crosses val="autoZero"/>
        <c:auto val="1"/>
        <c:lblAlgn val="ctr"/>
        <c:lblOffset val="1"/>
        <c:noMultiLvlLbl val="0"/>
      </c:catAx>
      <c:valAx>
        <c:axId val="11389576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138951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ysClr val="window" lastClr="FFFFFF"/>
    </a:solidFill>
    <a:ln w="88900" cap="flat" cmpd="sng" algn="ctr">
      <a:solidFill>
        <a:srgbClr val="B9D2DD"/>
      </a:solidFill>
      <a:miter lim="800000"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b="1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b="1"/>
              <a:t>测试集数据分布</a:t>
            </a:r>
            <a:endParaRPr b="1"/>
          </a:p>
        </c:rich>
      </c:tx>
      <c:layout>
        <c:manualLayout>
          <c:xMode val="edge"/>
          <c:yMode val="edge"/>
          <c:x val="0.382170953357366"/>
          <c:y val="0.093468919900784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17630629426701"/>
          <c:y val="0.248661909009813"/>
          <c:w val="0.783745823867433"/>
          <c:h val="0.60548617305976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FF94A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地址</c:v>
                </c:pt>
                <c:pt idx="1">
                  <c:v>书名</c:v>
                </c:pt>
                <c:pt idx="2">
                  <c:v>公司</c:v>
                </c:pt>
                <c:pt idx="3">
                  <c:v>游戏</c:v>
                </c:pt>
                <c:pt idx="4">
                  <c:v>政府</c:v>
                </c:pt>
                <c:pt idx="5">
                  <c:v>电影</c:v>
                </c:pt>
                <c:pt idx="6">
                  <c:v>名字</c:v>
                </c:pt>
                <c:pt idx="7">
                  <c:v>组织</c:v>
                </c:pt>
                <c:pt idx="8">
                  <c:v>位置</c:v>
                </c:pt>
                <c:pt idx="9">
                  <c:v>风景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1.2</c:v>
                </c:pt>
                <c:pt idx="1">
                  <c:v>1.2</c:v>
                </c:pt>
                <c:pt idx="2">
                  <c:v>1.2</c:v>
                </c:pt>
                <c:pt idx="3">
                  <c:v>1.2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A5CEDE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1" i="0" u="none" strike="noStrike" kern="1200" baseline="0">
                    <a:solidFill>
                      <a:srgbClr val="A5CEDE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地址</c:v>
                </c:pt>
                <c:pt idx="1">
                  <c:v>书名</c:v>
                </c:pt>
                <c:pt idx="2">
                  <c:v>公司</c:v>
                </c:pt>
                <c:pt idx="3">
                  <c:v>游戏</c:v>
                </c:pt>
                <c:pt idx="4">
                  <c:v>政府</c:v>
                </c:pt>
                <c:pt idx="5">
                  <c:v>电影</c:v>
                </c:pt>
                <c:pt idx="6">
                  <c:v>名字</c:v>
                </c:pt>
                <c:pt idx="7">
                  <c:v>组织</c:v>
                </c:pt>
                <c:pt idx="8">
                  <c:v>位置</c:v>
                </c:pt>
                <c:pt idx="9">
                  <c:v>风景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364</c:v>
                </c:pt>
                <c:pt idx="1">
                  <c:v>152</c:v>
                </c:pt>
                <c:pt idx="2">
                  <c:v>366</c:v>
                </c:pt>
                <c:pt idx="3">
                  <c:v>287</c:v>
                </c:pt>
                <c:pt idx="4">
                  <c:v>244</c:v>
                </c:pt>
                <c:pt idx="5">
                  <c:v>150</c:v>
                </c:pt>
                <c:pt idx="6">
                  <c:v>451</c:v>
                </c:pt>
                <c:pt idx="7">
                  <c:v>344</c:v>
                </c:pt>
                <c:pt idx="8">
                  <c:v>425</c:v>
                </c:pt>
                <c:pt idx="9">
                  <c:v>199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-100"/>
        <c:axId val="1138951648"/>
        <c:axId val="1138957632"/>
      </c:barChart>
      <c:catAx>
        <c:axId val="1138951648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noFill/>
          <a:ln w="3175" cap="flat" cmpd="sng" algn="ctr">
            <a:solidFill>
              <a:sysClr val="windowText" lastClr="000000">
                <a:lumMod val="75000"/>
                <a:lumOff val="25000"/>
                <a:alpha val="33000"/>
              </a:sys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138957632"/>
        <c:crosses val="autoZero"/>
        <c:auto val="1"/>
        <c:lblAlgn val="ctr"/>
        <c:lblOffset val="1"/>
        <c:noMultiLvlLbl val="0"/>
      </c:catAx>
      <c:valAx>
        <c:axId val="11389576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138951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ysClr val="window" lastClr="FFFFFF"/>
    </a:solidFill>
    <a:ln w="88900" cap="flat" cmpd="sng" algn="ctr">
      <a:solidFill>
        <a:srgbClr val="B9D2DD"/>
      </a:solidFill>
      <a:miter lim="800000"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b="1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600" b="1"/>
              <a:t>模型各项实体</a:t>
            </a:r>
            <a:r>
              <a:rPr lang="en-US" altLang="zh-CN" sz="1600" b="1"/>
              <a:t>F1</a:t>
            </a:r>
            <a:r>
              <a:rPr altLang="en-US" sz="1600" b="1"/>
              <a:t>指标</a:t>
            </a:r>
            <a:r>
              <a:rPr lang="zh-CN" altLang="en-US" sz="1600" b="1"/>
              <a:t>对比</a:t>
            </a:r>
            <a:endParaRPr sz="1600" b="1"/>
          </a:p>
        </c:rich>
      </c:tx>
      <c:layout>
        <c:manualLayout>
          <c:xMode val="edge"/>
          <c:yMode val="edge"/>
          <c:x val="0.320393788462328"/>
          <c:y val="0.076396495071193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17630629426701"/>
          <c:y val="0.248661909009813"/>
          <c:w val="0.783745823867433"/>
          <c:h val="0.60548617305976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BiLSTM-CRF</c:v>
                </c:pt>
              </c:strCache>
            </c:strRef>
          </c:tx>
          <c:spPr>
            <a:solidFill>
              <a:srgbClr val="FF94A1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500" b="1" i="0" u="none" strike="noStrike" kern="1200" baseline="0">
                    <a:solidFill>
                      <a:srgbClr val="FF94A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风景</c:v>
                </c:pt>
                <c:pt idx="1">
                  <c:v>位置</c:v>
                </c:pt>
                <c:pt idx="2">
                  <c:v>政府</c:v>
                </c:pt>
                <c:pt idx="3">
                  <c:v>组织</c:v>
                </c:pt>
                <c:pt idx="4">
                  <c:v>名字</c:v>
                </c:pt>
                <c:pt idx="5">
                  <c:v>地址</c:v>
                </c:pt>
                <c:pt idx="6">
                  <c:v>游戏</c:v>
                </c:pt>
                <c:pt idx="7">
                  <c:v>书名</c:v>
                </c:pt>
                <c:pt idx="8">
                  <c:v>公司</c:v>
                </c:pt>
                <c:pt idx="9">
                  <c:v>电影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62.18</c:v>
                </c:pt>
                <c:pt idx="1">
                  <c:v>75.56</c:v>
                </c:pt>
                <c:pt idx="2">
                  <c:v>78.64</c:v>
                </c:pt>
                <c:pt idx="3">
                  <c:v>71.07</c:v>
                </c:pt>
                <c:pt idx="4">
                  <c:v>76.32</c:v>
                </c:pt>
                <c:pt idx="5">
                  <c:v>66.56</c:v>
                </c:pt>
                <c:pt idx="6">
                  <c:v>83.23</c:v>
                </c:pt>
                <c:pt idx="7">
                  <c:v>72.57</c:v>
                </c:pt>
                <c:pt idx="8">
                  <c:v>76.47</c:v>
                </c:pt>
                <c:pt idx="9">
                  <c:v>77.93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BERT-CRF</c:v>
                </c:pt>
              </c:strCache>
            </c:strRef>
          </c:tx>
          <c:spPr>
            <a:solidFill>
              <a:srgbClr val="A5CEDE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500" b="1" i="0" u="none" strike="noStrike" kern="1200" baseline="0">
                    <a:solidFill>
                      <a:srgbClr val="A5CEDE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风景</c:v>
                </c:pt>
                <c:pt idx="1">
                  <c:v>位置</c:v>
                </c:pt>
                <c:pt idx="2">
                  <c:v>政府</c:v>
                </c:pt>
                <c:pt idx="3">
                  <c:v>组织</c:v>
                </c:pt>
                <c:pt idx="4">
                  <c:v>名字</c:v>
                </c:pt>
                <c:pt idx="5">
                  <c:v>地址</c:v>
                </c:pt>
                <c:pt idx="6">
                  <c:v>游戏</c:v>
                </c:pt>
                <c:pt idx="7">
                  <c:v>书名</c:v>
                </c:pt>
                <c:pt idx="8">
                  <c:v>公司</c:v>
                </c:pt>
                <c:pt idx="9">
                  <c:v>电影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67.75</c:v>
                </c:pt>
                <c:pt idx="1">
                  <c:v>76.87</c:v>
                </c:pt>
                <c:pt idx="2">
                  <c:v>80.08</c:v>
                </c:pt>
                <c:pt idx="3">
                  <c:v>75</c:v>
                </c:pt>
                <c:pt idx="4">
                  <c:v>86.73</c:v>
                </c:pt>
                <c:pt idx="5">
                  <c:v>58.63</c:v>
                </c:pt>
                <c:pt idx="6">
                  <c:v>83.36</c:v>
                </c:pt>
                <c:pt idx="7">
                  <c:v>78.73</c:v>
                </c:pt>
                <c:pt idx="8">
                  <c:v>76.65</c:v>
                </c:pt>
                <c:pt idx="9">
                  <c:v>80.81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D4E3EA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风景</c:v>
                </c:pt>
                <c:pt idx="1">
                  <c:v>位置</c:v>
                </c:pt>
                <c:pt idx="2">
                  <c:v>政府</c:v>
                </c:pt>
                <c:pt idx="3">
                  <c:v>组织</c:v>
                </c:pt>
                <c:pt idx="4">
                  <c:v>名字</c:v>
                </c:pt>
                <c:pt idx="5">
                  <c:v>地址</c:v>
                </c:pt>
                <c:pt idx="6">
                  <c:v>游戏</c:v>
                </c:pt>
                <c:pt idx="7">
                  <c:v>书名</c:v>
                </c:pt>
                <c:pt idx="8">
                  <c:v>公司</c:v>
                </c:pt>
                <c:pt idx="9">
                  <c:v>电影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-100"/>
        <c:axId val="624941152"/>
        <c:axId val="624941544"/>
      </c:barChart>
      <c:catAx>
        <c:axId val="6249411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noFill/>
          <a:ln w="3175" cap="flat" cmpd="sng" algn="ctr">
            <a:solidFill>
              <a:sysClr val="windowText" lastClr="000000">
                <a:lumMod val="75000"/>
                <a:lumOff val="25000"/>
                <a:alpha val="33000"/>
              </a:sys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624941544"/>
        <c:crosses val="autoZero"/>
        <c:auto val="1"/>
        <c:lblAlgn val="ctr"/>
        <c:lblOffset val="1"/>
        <c:noMultiLvlLbl val="0"/>
      </c:catAx>
      <c:valAx>
        <c:axId val="6249415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624941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342057738627357"/>
          <c:y val="0.16976998904709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88900" cap="flat" cmpd="sng" algn="ctr">
      <a:solidFill>
        <a:srgbClr val="B9D2DD"/>
      </a:solidFill>
      <a:miter lim="800000"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1000" b="1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68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680" b="1"/>
              <a:t>模型总体</a:t>
            </a:r>
            <a:r>
              <a:rPr lang="en-US" altLang="zh-CN" sz="1680" b="1"/>
              <a:t>F1</a:t>
            </a:r>
            <a:r>
              <a:rPr altLang="en-US" sz="1680" b="1"/>
              <a:t>指标</a:t>
            </a:r>
            <a:r>
              <a:rPr lang="zh-CN" altLang="en-US" sz="1680" b="1"/>
              <a:t>对比</a:t>
            </a:r>
            <a:endParaRPr lang="zh-CN" altLang="en-US" sz="1680" b="1"/>
          </a:p>
        </c:rich>
      </c:tx>
      <c:layout>
        <c:manualLayout>
          <c:xMode val="edge"/>
          <c:yMode val="edge"/>
          <c:x val="0.36613462254256"/>
          <c:y val="0.074479737130339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17630629426701"/>
          <c:y val="0.248661909009813"/>
          <c:w val="0.783745823867433"/>
          <c:h val="0.60548617305976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BiLSTM-CRF</c:v>
                </c:pt>
              </c:strCache>
            </c:strRef>
          </c:tx>
          <c:spPr>
            <a:solidFill>
              <a:srgbClr val="FF94A1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400" b="1" i="0" u="none" strike="noStrike" kern="1200" baseline="0">
                    <a:solidFill>
                      <a:srgbClr val="FF94A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74.57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BERT-CRF</c:v>
                </c:pt>
              </c:strCache>
            </c:strRef>
          </c:tx>
          <c:spPr>
            <a:solidFill>
              <a:srgbClr val="A5CEDE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400" b="1" i="0" u="none" strike="noStrike" kern="1200" baseline="0">
                    <a:solidFill>
                      <a:srgbClr val="A5CEDE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78.32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D4E3EA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-100"/>
        <c:axId val="624941152"/>
        <c:axId val="624941544"/>
      </c:barChart>
      <c:catAx>
        <c:axId val="6249411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noFill/>
          <a:ln w="3175" cap="flat" cmpd="sng" algn="ctr">
            <a:solidFill>
              <a:sysClr val="windowText" lastClr="000000">
                <a:lumMod val="75000"/>
                <a:lumOff val="25000"/>
                <a:alpha val="33000"/>
              </a:sys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624941544"/>
        <c:crosses val="autoZero"/>
        <c:auto val="1"/>
        <c:lblAlgn val="ctr"/>
        <c:lblOffset val="1"/>
        <c:noMultiLvlLbl val="0"/>
      </c:catAx>
      <c:valAx>
        <c:axId val="6249415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624941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342057738627357"/>
          <c:y val="0.16976998904709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88900" cap="flat" cmpd="sng" algn="ctr">
      <a:solidFill>
        <a:srgbClr val="B9D2DD"/>
      </a:solidFill>
      <a:miter lim="800000"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1400" b="1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b="1"/>
              <a:t>测试集数据分布</a:t>
            </a:r>
            <a:endParaRPr lang="zh-CN" altLang="en-US" b="1"/>
          </a:p>
        </c:rich>
      </c:tx>
      <c:layout>
        <c:manualLayout>
          <c:xMode val="edge"/>
          <c:yMode val="edge"/>
          <c:x val="0.382170953357366"/>
          <c:y val="0.093468919900784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17630629426701"/>
          <c:y val="0.248661909009813"/>
          <c:w val="0.783745823867433"/>
          <c:h val="0.60548617305976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FF94A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半导体</c:v>
                </c:pt>
                <c:pt idx="1">
                  <c:v>大数据融合创新</c:v>
                </c:pt>
                <c:pt idx="2">
                  <c:v>非常规天然气</c:v>
                </c:pt>
                <c:pt idx="3">
                  <c:v>轨道交通装备</c:v>
                </c:pt>
                <c:pt idx="4">
                  <c:v>节能环保</c:v>
                </c:pt>
                <c:pt idx="5">
                  <c:v>煤机智能制造</c:v>
                </c:pt>
                <c:pt idx="6">
                  <c:v>碳基新材料</c:v>
                </c:pt>
                <c:pt idx="7">
                  <c:v>特种金属材料</c:v>
                </c:pt>
                <c:pt idx="8">
                  <c:v>通用航空</c:v>
                </c:pt>
                <c:pt idx="9">
                  <c:v>有机旱作农业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1.2</c:v>
                </c:pt>
                <c:pt idx="1">
                  <c:v>1.2</c:v>
                </c:pt>
                <c:pt idx="2">
                  <c:v>1.2</c:v>
                </c:pt>
                <c:pt idx="3">
                  <c:v>1.2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A5CEDE"/>
            </a:solidFill>
            <a:ln>
              <a:noFill/>
            </a:ln>
            <a:effectLst/>
          </c:spPr>
          <c:invertIfNegative val="0"/>
          <c:dLbls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rgbClr val="A5CEDE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1" i="0" u="none" strike="noStrike" kern="1200" baseline="0">
                    <a:solidFill>
                      <a:srgbClr val="A5CEDE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半导体</c:v>
                </c:pt>
                <c:pt idx="1">
                  <c:v>大数据融合创新</c:v>
                </c:pt>
                <c:pt idx="2">
                  <c:v>非常规天然气</c:v>
                </c:pt>
                <c:pt idx="3">
                  <c:v>轨道交通装备</c:v>
                </c:pt>
                <c:pt idx="4">
                  <c:v>节能环保</c:v>
                </c:pt>
                <c:pt idx="5">
                  <c:v>煤机智能制造</c:v>
                </c:pt>
                <c:pt idx="6">
                  <c:v>碳基新材料</c:v>
                </c:pt>
                <c:pt idx="7">
                  <c:v>特种金属材料</c:v>
                </c:pt>
                <c:pt idx="8">
                  <c:v>通用航空</c:v>
                </c:pt>
                <c:pt idx="9">
                  <c:v>有机旱作农业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1230</c:v>
                </c:pt>
                <c:pt idx="1">
                  <c:v>73</c:v>
                </c:pt>
                <c:pt idx="2">
                  <c:v>1205</c:v>
                </c:pt>
                <c:pt idx="3">
                  <c:v>205</c:v>
                </c:pt>
                <c:pt idx="4">
                  <c:v>1188</c:v>
                </c:pt>
                <c:pt idx="5">
                  <c:v>10</c:v>
                </c:pt>
                <c:pt idx="6">
                  <c:v>17</c:v>
                </c:pt>
                <c:pt idx="7">
                  <c:v>528</c:v>
                </c:pt>
                <c:pt idx="8">
                  <c:v>1229</c:v>
                </c:pt>
                <c:pt idx="9">
                  <c:v>250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-100"/>
        <c:axId val="1138951648"/>
        <c:axId val="1138957632"/>
      </c:barChart>
      <c:catAx>
        <c:axId val="1138951648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noFill/>
          <a:ln w="3175" cap="flat" cmpd="sng" algn="ctr">
            <a:solidFill>
              <a:sysClr val="windowText" lastClr="000000">
                <a:lumMod val="75000"/>
                <a:lumOff val="25000"/>
                <a:alpha val="33000"/>
              </a:sys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138957632"/>
        <c:crosses val="autoZero"/>
        <c:auto val="1"/>
        <c:lblAlgn val="ctr"/>
        <c:lblOffset val="1"/>
        <c:noMultiLvlLbl val="0"/>
      </c:catAx>
      <c:valAx>
        <c:axId val="11389576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138951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ysClr val="window" lastClr="FFFFFF"/>
    </a:solidFill>
    <a:ln w="88900" cap="flat" cmpd="sng" algn="ctr">
      <a:solidFill>
        <a:srgbClr val="B9D2DD"/>
      </a:solidFill>
      <a:miter lim="800000"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b="1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en-US" altLang="zh-CN" b="1"/>
              <a:t>BiLSTM-CRF</a:t>
            </a:r>
            <a:r>
              <a:rPr altLang="en-US" b="1"/>
              <a:t>模型</a:t>
            </a:r>
            <a:r>
              <a:rPr lang="en-US" altLang="zh-CN" b="1"/>
              <a:t>F1</a:t>
            </a:r>
            <a:r>
              <a:rPr altLang="en-US" b="1"/>
              <a:t>指标</a:t>
            </a:r>
            <a:endParaRPr altLang="en-US" b="1"/>
          </a:p>
        </c:rich>
      </c:tx>
      <c:layout>
        <c:manualLayout>
          <c:xMode val="edge"/>
          <c:yMode val="edge"/>
          <c:x val="0.382170953357366"/>
          <c:y val="0.093468919900784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17630629426701"/>
          <c:y val="0.248661909009813"/>
          <c:w val="0.783745823867433"/>
          <c:h val="0.605486173059768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A5CEDE"/>
            </a:solidFill>
            <a:ln>
              <a:noFill/>
            </a:ln>
            <a:effectLst/>
          </c:spPr>
          <c:invertIfNegative val="0"/>
          <c:dLbls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 forceAA="0"/>
                <a:lstStyle/>
                <a:p>
                  <a:pPr>
                    <a:defRPr lang="zh-CN" sz="800" b="1" i="0" u="none" strike="noStrike" kern="1200" baseline="0">
                      <a:solidFill>
                        <a:srgbClr val="A5CEDE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1" i="0" u="none" strike="noStrike" kern="1200" baseline="0">
                    <a:solidFill>
                      <a:srgbClr val="A5CEDE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other</c:v>
                </c:pt>
                <c:pt idx="1">
                  <c:v>keyword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78.3</c:v>
                </c:pt>
                <c:pt idx="1">
                  <c:v>65.8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-100"/>
        <c:axId val="1138951648"/>
        <c:axId val="1138957632"/>
      </c:barChart>
      <c:catAx>
        <c:axId val="1138951648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noFill/>
          <a:ln w="3175" cap="flat" cmpd="sng" algn="ctr">
            <a:solidFill>
              <a:sysClr val="windowText" lastClr="000000">
                <a:lumMod val="75000"/>
                <a:lumOff val="25000"/>
                <a:alpha val="33000"/>
              </a:sys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138957632"/>
        <c:crosses val="autoZero"/>
        <c:auto val="1"/>
        <c:lblAlgn val="ctr"/>
        <c:lblOffset val="1"/>
        <c:noMultiLvlLbl val="0"/>
      </c:catAx>
      <c:valAx>
        <c:axId val="11389576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138951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ysClr val="window" lastClr="FFFFFF"/>
    </a:solidFill>
    <a:ln w="88900" cap="flat" cmpd="sng" algn="ctr">
      <a:solidFill>
        <a:srgbClr val="B9D2DD"/>
      </a:solidFill>
      <a:miter lim="800000"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b="1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charset="-122"/>
              </a:rPr>
            </a:fld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charset="-122"/>
              </a:rPr>
            </a:fld>
            <a:endParaRPr lang="zh-CN" altLang="en-US"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image" Target="../media/image3.jpe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5.jpeg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2.jpeg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image" Target="../media/image2.jpeg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image" Target="../media/image2.jpeg"/><Relationship Id="rId2" Type="http://schemas.openxmlformats.org/officeDocument/2006/relationships/tags" Target="../tags/tag28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image" Target="../media/image2.jpeg"/><Relationship Id="rId2" Type="http://schemas.openxmlformats.org/officeDocument/2006/relationships/tags" Target="../tags/tag36.xml"/><Relationship Id="rId10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image" Target="../media/image2.jpeg"/><Relationship Id="rId2" Type="http://schemas.openxmlformats.org/officeDocument/2006/relationships/tags" Target="../tags/tag44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image" Target="../media/image2.jpeg"/><Relationship Id="rId2" Type="http://schemas.openxmlformats.org/officeDocument/2006/relationships/tags" Target="../tags/tag5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2.jpeg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image" Target="../media/image6.png"/><Relationship Id="rId2" Type="http://schemas.openxmlformats.org/officeDocument/2006/relationships/tags" Target="../tags/tag133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4" Type="http://schemas.openxmlformats.org/officeDocument/2006/relationships/tags" Target="../tags/tag137.xml"/><Relationship Id="rId3" Type="http://schemas.openxmlformats.org/officeDocument/2006/relationships/image" Target="../media/image7.png"/><Relationship Id="rId2" Type="http://schemas.openxmlformats.org/officeDocument/2006/relationships/tags" Target="../tags/tag136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image" Target="../media/image7.png"/><Relationship Id="rId4" Type="http://schemas.openxmlformats.org/officeDocument/2006/relationships/tags" Target="../tags/tag139.xml"/><Relationship Id="rId3" Type="http://schemas.openxmlformats.org/officeDocument/2006/relationships/image" Target="../media/image8.png"/><Relationship Id="rId2" Type="http://schemas.openxmlformats.org/officeDocument/2006/relationships/tags" Target="../tags/tag138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4" Type="http://schemas.openxmlformats.org/officeDocument/2006/relationships/tags" Target="../tags/tag144.xml"/><Relationship Id="rId3" Type="http://schemas.openxmlformats.org/officeDocument/2006/relationships/image" Target="../media/image7.png"/><Relationship Id="rId2" Type="http://schemas.openxmlformats.org/officeDocument/2006/relationships/tags" Target="../tags/tag143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4" Type="http://schemas.openxmlformats.org/officeDocument/2006/relationships/tags" Target="../tags/tag146.xml"/><Relationship Id="rId3" Type="http://schemas.openxmlformats.org/officeDocument/2006/relationships/image" Target="../media/image7.png"/><Relationship Id="rId2" Type="http://schemas.openxmlformats.org/officeDocument/2006/relationships/tags" Target="../tags/tag145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tags" Target="../tags/tag148.xml"/><Relationship Id="rId3" Type="http://schemas.openxmlformats.org/officeDocument/2006/relationships/image" Target="../media/image9.png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4" Type="http://schemas.openxmlformats.org/officeDocument/2006/relationships/tags" Target="../tags/tag150.xml"/><Relationship Id="rId3" Type="http://schemas.openxmlformats.org/officeDocument/2006/relationships/image" Target="../media/image7.png"/><Relationship Id="rId2" Type="http://schemas.openxmlformats.org/officeDocument/2006/relationships/tags" Target="../tags/tag149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4" Type="http://schemas.openxmlformats.org/officeDocument/2006/relationships/tags" Target="../tags/tag152.xml"/><Relationship Id="rId3" Type="http://schemas.openxmlformats.org/officeDocument/2006/relationships/image" Target="../media/image7.png"/><Relationship Id="rId2" Type="http://schemas.openxmlformats.org/officeDocument/2006/relationships/tags" Target="../tags/tag151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4" Type="http://schemas.openxmlformats.org/officeDocument/2006/relationships/tags" Target="../tags/tag154.xml"/><Relationship Id="rId3" Type="http://schemas.openxmlformats.org/officeDocument/2006/relationships/image" Target="../media/image7.png"/><Relationship Id="rId2" Type="http://schemas.openxmlformats.org/officeDocument/2006/relationships/tags" Target="../tags/tag153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image" Target="../media/image6.png"/><Relationship Id="rId2" Type="http://schemas.openxmlformats.org/officeDocument/2006/relationships/tags" Target="../tags/tag155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image" Target="../media/image7.png"/><Relationship Id="rId2" Type="http://schemas.openxmlformats.org/officeDocument/2006/relationships/tags" Target="../tags/tag158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image" Target="../media/image7.png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0" Type="http://schemas.openxmlformats.org/officeDocument/2006/relationships/tags" Target="../tags/tag171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image" Target="../media/image7.png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image" Target="../media/image7.png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1" Type="http://schemas.openxmlformats.org/officeDocument/2006/relationships/tags" Target="../tags/tag189.xml"/><Relationship Id="rId10" Type="http://schemas.openxmlformats.org/officeDocument/2006/relationships/tags" Target="../tags/tag188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image" Target="../media/image7.png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image" Target="../media/image7.png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3" Type="http://schemas.openxmlformats.org/officeDocument/2006/relationships/tags" Target="../tags/tag209.xml"/><Relationship Id="rId12" Type="http://schemas.openxmlformats.org/officeDocument/2006/relationships/tags" Target="../tags/tag208.xml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image" Target="../media/image10.png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0" Type="http://schemas.openxmlformats.org/officeDocument/2006/relationships/tags" Target="../tags/tag217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图案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2"/>
          <p:cNvSpPr/>
          <p:nvPr>
            <p:ph type="ctrTitle" idx="1" hasCustomPrompt="1"/>
            <p:custDataLst>
              <p:tags r:id="rId4"/>
            </p:custDataLst>
          </p:nvPr>
        </p:nvSpPr>
        <p:spPr>
          <a:xfrm>
            <a:off x="1614964" y="2614838"/>
            <a:ext cx="5914377" cy="1220170"/>
          </a:xfr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9800" b="0" i="0" u="none" strike="noStrike" kern="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4" name="副标题 3"/>
          <p:cNvSpPr/>
          <p:nvPr>
            <p:ph type="subTitle" idx="2" hasCustomPrompt="1"/>
            <p:custDataLst>
              <p:tags r:id="rId5"/>
            </p:custDataLst>
          </p:nvPr>
        </p:nvSpPr>
        <p:spPr>
          <a:xfrm>
            <a:off x="5385848" y="3852992"/>
            <a:ext cx="1666591" cy="367210"/>
          </a:xfrm>
          <a:noFill/>
        </p:spPr>
        <p:txBody>
          <a:bodyPr vert="horz" wrap="square" lIns="0" tIns="0" rIns="0" bIns="0" rtlCol="0" anchor="ctr">
            <a:normAutofit/>
          </a:bodyPr>
          <a:lstStyle>
            <a:lvl1pPr marL="0" marR="0" indent="-22860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3100" b="0" i="0" u="none" strike="noStrike" kern="0" cap="none" spc="3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形用户界面, 文本, 应用程序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1189676"/>
            <a:ext cx="8139178" cy="33147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412" y="1571631"/>
            <a:ext cx="8139178" cy="404168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文本, 应用程序, 聊天或短信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/>
          <p:nvPr>
            <p:ph type="ctrTitle" idx="1" hasCustomPrompt="1"/>
            <p:custDataLst>
              <p:tags r:id="rId4"/>
            </p:custDataLst>
          </p:nvPr>
        </p:nvSpPr>
        <p:spPr>
          <a:xfrm>
            <a:off x="3634189" y="2895080"/>
            <a:ext cx="2923775" cy="627176"/>
          </a:xfrm>
          <a:noFill/>
        </p:spPr>
        <p:txBody>
          <a:bodyPr vert="horz" wrap="square" lIns="101600" tIns="38100" rIns="76200" bIns="381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4400" b="1" i="0" u="none" strike="noStrike" kern="1200" cap="none" spc="0" normalizeH="0" baseline="0" noProof="1" dirty="0">
                <a:solidFill>
                  <a:schemeClr val="dk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形用户界面, 文本, 应用程序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1189676"/>
            <a:ext cx="8139178" cy="33147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2448" y="157163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9158" y="1571631"/>
            <a:ext cx="3962432" cy="4041680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形用户界面, 文本, 应用程序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1189676"/>
            <a:ext cx="8139178" cy="33147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502448" y="1571631"/>
            <a:ext cx="3962432" cy="285752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444" y="1912144"/>
            <a:ext cx="3962400" cy="3701064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76813" y="1571631"/>
            <a:ext cx="3962432" cy="285752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76813" y="1912144"/>
            <a:ext cx="3962432" cy="3701064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表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形用户界面, 文本, 应用程序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48" y="1189676"/>
            <a:ext cx="8139178" cy="33147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02448" y="157163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charset="0"/>
                <a:cs typeface="汉仪粗简黑简" charset="0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79194" y="157163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形用户界面, 文本, 应用程序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28351" y="1571631"/>
            <a:ext cx="713238" cy="4041680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2444" y="1571625"/>
            <a:ext cx="7371076" cy="4041680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形用户界面, 文本, 应用程序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02448" y="1571631"/>
            <a:ext cx="8139178" cy="404168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2"/>
          <p:cNvSpPr/>
          <p:nvPr>
            <p:ph type="title" idx="1" hasCustomPrompt="1"/>
            <p:custDataLst>
              <p:tags r:id="rId4"/>
            </p:custDataLst>
          </p:nvPr>
        </p:nvSpPr>
        <p:spPr>
          <a:xfrm>
            <a:off x="1614964" y="2614838"/>
            <a:ext cx="5914377" cy="1220170"/>
          </a:xfr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9800" b="0" i="0" u="none" strike="noStrike" kern="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7" name="文本占位符 3"/>
          <p:cNvSpPr/>
          <p:nvPr>
            <p:ph type="body" idx="2" hasCustomPrompt="1"/>
            <p:custDataLst>
              <p:tags r:id="rId5"/>
            </p:custDataLst>
          </p:nvPr>
        </p:nvSpPr>
        <p:spPr>
          <a:xfrm>
            <a:off x="5385848" y="3852992"/>
            <a:ext cx="1666591" cy="367210"/>
          </a:xfrm>
          <a:noFill/>
        </p:spPr>
        <p:txBody>
          <a:bodyPr vert="horz" wrap="square" lIns="0" tIns="0" rIns="0" bIns="0" rtlCol="0" anchor="ctr">
            <a:normAutofit/>
          </a:bodyPr>
          <a:lstStyle>
            <a:lvl1pPr marL="0" marR="0" indent="-22860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3100" b="0" i="0" u="none" strike="noStrike" kern="0" cap="none" spc="3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形用户界面, 文本, 应用程序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形用户界面, 文本, 应用程序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219600" y="1085400"/>
            <a:ext cx="8704800" cy="468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61200" y="1794150"/>
            <a:ext cx="7219800" cy="5427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960835" y="2479950"/>
            <a:ext cx="7219950" cy="2583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形用户界面, 文本, 应用程序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857250"/>
            <a:ext cx="3617595" cy="5149691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sz="1350" dirty="0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37400" y="1435050"/>
            <a:ext cx="2970000" cy="6615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440100" y="2180250"/>
            <a:ext cx="2967300" cy="3069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3825900" y="1434704"/>
            <a:ext cx="4860000" cy="381595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形用户界面, 文本, 应用程序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857250"/>
            <a:ext cx="9144000" cy="1998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sz="1350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59000" y="1443150"/>
            <a:ext cx="8232300" cy="4698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459000" y="2101950"/>
            <a:ext cx="8231981" cy="621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459581" y="2963250"/>
            <a:ext cx="8224200" cy="25731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形用户界面, 文本, 应用程序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4629151"/>
            <a:ext cx="9144000" cy="1371599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sz="1350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53600" y="1359450"/>
            <a:ext cx="8232300" cy="4239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453628" y="2118150"/>
            <a:ext cx="8243100" cy="2408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445500" y="4742550"/>
            <a:ext cx="8251200" cy="7587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形用户界面, 文本, 应用程序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857250"/>
            <a:ext cx="9144000" cy="6858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sz="1350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34700" y="1035450"/>
            <a:ext cx="8278200" cy="33147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434700" y="2104650"/>
            <a:ext cx="40068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4681800" y="2104650"/>
            <a:ext cx="40257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429300" y="4469850"/>
            <a:ext cx="40068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4689900" y="4467150"/>
            <a:ext cx="40257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形用户界面, 文本, 应用程序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28" y="857250"/>
            <a:ext cx="9144056" cy="51435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1576668"/>
            <a:ext cx="9144000" cy="3704665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sz="1350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42100" y="1861650"/>
            <a:ext cx="6858000" cy="17901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141810" y="3754350"/>
            <a:ext cx="6858000" cy="1242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02412" y="27984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spc="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02412" y="3531870"/>
            <a:ext cx="8139178" cy="713238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11896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1571631"/>
            <a:ext cx="8139178" cy="404168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3713798"/>
            <a:ext cx="8139178" cy="468634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4" y="4241006"/>
            <a:ext cx="8139178" cy="808489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11896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157163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1571631"/>
            <a:ext cx="3962432" cy="4041680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11896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1571631"/>
            <a:ext cx="3962432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912144"/>
            <a:ext cx="3962400" cy="370106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571631"/>
            <a:ext cx="3962432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912144"/>
            <a:ext cx="3962432" cy="370106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11896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157163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1571631"/>
            <a:ext cx="3962432" cy="404168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1571631"/>
            <a:ext cx="713238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1571625"/>
            <a:ext cx="7371076" cy="4041680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2448" y="1571631"/>
            <a:ext cx="8139178" cy="4041680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02412" y="2798461"/>
            <a:ext cx="8139178" cy="674375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2"/>
          <p:cNvSpPr/>
          <p:nvPr>
            <p:ph type="ctrTitle" idx="2" hasCustomPrompt="1"/>
            <p:custDataLst>
              <p:tags r:id="rId4"/>
            </p:custDataLst>
          </p:nvPr>
        </p:nvSpPr>
        <p:spPr>
          <a:xfrm>
            <a:off x="571519" y="2429078"/>
            <a:ext cx="3619024" cy="1384994"/>
          </a:xfrm>
        </p:spPr>
        <p:txBody>
          <a:bodyPr vert="horz" wrap="square" lIns="0" tIns="0" rIns="0" bIns="0" rtlCol="0" anchor="b" anchorCtr="0">
            <a:normAutofit lnSpcReduction="1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kern="1200" cap="none" spc="600" normalizeH="0" baseline="0" noProof="0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Arial" panose="020B0604020202020204" pitchFamily="34" charset="0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3" name="副标题 3"/>
          <p:cNvSpPr/>
          <p:nvPr>
            <p:ph type="subTitle" idx="3" hasCustomPrompt="1"/>
            <p:custDataLst>
              <p:tags r:id="rId5"/>
            </p:custDataLst>
          </p:nvPr>
        </p:nvSpPr>
        <p:spPr>
          <a:xfrm>
            <a:off x="571519" y="3944147"/>
            <a:ext cx="3619500" cy="277654"/>
          </a:xfrm>
        </p:spPr>
        <p:txBody>
          <a:bodyPr vert="horz" wrap="square" lIns="0" tIns="0" rIns="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2200" b="0" i="0" u="none" strike="noStrike" kern="1200" cap="none" spc="200" normalizeH="0" baseline="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460683"/>
            <a:ext cx="540068" cy="54006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03933" y="857250"/>
            <a:ext cx="540068" cy="5400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1189676"/>
            <a:ext cx="8139178" cy="33147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412" y="1571631"/>
            <a:ext cx="8139178" cy="404168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161365" y="2215739"/>
            <a:ext cx="1811517" cy="242651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603933" y="5460683"/>
            <a:ext cx="540068" cy="54006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603933" y="857250"/>
            <a:ext cx="540068" cy="540068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5"/>
          <p:cNvSpPr>
            <a:spLocks noGrp="1"/>
          </p:cNvSpPr>
          <p:nvPr>
            <p:ph type="ctrTitle" idx="2" hasCustomPrompt="1"/>
            <p:custDataLst>
              <p:tags r:id="rId7"/>
            </p:custDataLst>
          </p:nvPr>
        </p:nvSpPr>
        <p:spPr>
          <a:xfrm>
            <a:off x="3620006" y="3567556"/>
            <a:ext cx="5143024" cy="437198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160" b="1" i="0" u="none" strike="noStrike" kern="1200" cap="none" spc="300" normalizeH="0" baseline="0" noProof="1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9" name="副标题 7"/>
          <p:cNvSpPr>
            <a:spLocks noGrp="1"/>
          </p:cNvSpPr>
          <p:nvPr>
            <p:ph type="subTitle" idx="3" hasCustomPrompt="1"/>
            <p:custDataLst>
              <p:tags r:id="rId8"/>
            </p:custDataLst>
          </p:nvPr>
        </p:nvSpPr>
        <p:spPr>
          <a:xfrm>
            <a:off x="3620006" y="4053331"/>
            <a:ext cx="5143024" cy="1252445"/>
          </a:xfrm>
        </p:spPr>
        <p:txBody>
          <a:bodyPr vert="horz" wrap="square" lIns="0" tIns="0" rIns="0" bIns="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600" b="0" i="0" u="none" strike="noStrike" kern="1200" cap="none" spc="200" normalizeH="0" baseline="0" noProof="1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8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460683"/>
            <a:ext cx="540068" cy="54006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03933" y="857250"/>
            <a:ext cx="540068" cy="5400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1189676"/>
            <a:ext cx="8139178" cy="33147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2448" y="157163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9158" y="1571631"/>
            <a:ext cx="3962432" cy="4041680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460683"/>
            <a:ext cx="540068" cy="54006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03933" y="857250"/>
            <a:ext cx="540068" cy="5400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1189676"/>
            <a:ext cx="8139178" cy="33147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502448" y="1571631"/>
            <a:ext cx="3962432" cy="285752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444" y="1912144"/>
            <a:ext cx="3962400" cy="3701064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76813" y="1571631"/>
            <a:ext cx="3962432" cy="285752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76813" y="1912144"/>
            <a:ext cx="3962432" cy="3701064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0904" y="1783080"/>
            <a:ext cx="2457529" cy="32918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603933" y="857250"/>
            <a:ext cx="540068" cy="5400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460683"/>
            <a:ext cx="540068" cy="54006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03933" y="857250"/>
            <a:ext cx="540068" cy="5400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48" y="1189676"/>
            <a:ext cx="8139178" cy="33147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02448" y="157163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79194" y="157163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460683"/>
            <a:ext cx="540068" cy="54006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03933" y="857250"/>
            <a:ext cx="540068" cy="540068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28351" y="1571631"/>
            <a:ext cx="713238" cy="4041680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2444" y="1571625"/>
            <a:ext cx="7371076" cy="4041680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460683"/>
            <a:ext cx="540068" cy="54006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03933" y="857250"/>
            <a:ext cx="540068" cy="540068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02448" y="1571631"/>
            <a:ext cx="8139178" cy="404168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5"/>
          <p:cNvSpPr/>
          <p:nvPr>
            <p:ph type="body" idx="1" hasCustomPrompt="1"/>
            <p:custDataLst>
              <p:tags r:id="rId4"/>
            </p:custDataLst>
          </p:nvPr>
        </p:nvSpPr>
        <p:spPr>
          <a:xfrm>
            <a:off x="646061" y="3792032"/>
            <a:ext cx="3459461" cy="593630"/>
          </a:xfrm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2400" b="0" i="0" u="none" strike="noStrike" kern="1200" cap="none" spc="200" normalizeH="0" baseline="0" noProof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7" name="标题 7"/>
          <p:cNvSpPr/>
          <p:nvPr>
            <p:ph type="title" hasCustomPrompt="1"/>
            <p:custDataLst>
              <p:tags r:id="rId5"/>
            </p:custDataLst>
          </p:nvPr>
        </p:nvSpPr>
        <p:spPr>
          <a:xfrm>
            <a:off x="567004" y="2846675"/>
            <a:ext cx="3372308" cy="830580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800" b="1" i="0" u="none" strike="noStrike" kern="1200" cap="none" spc="700" normalizeH="0" baseline="0" noProof="0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460683"/>
            <a:ext cx="540068" cy="5400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03933" y="857250"/>
            <a:ext cx="540068" cy="5400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220950" y="1084050"/>
            <a:ext cx="8702097" cy="468989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0950" y="1084050"/>
            <a:ext cx="540068" cy="5400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82983" y="5233883"/>
            <a:ext cx="540068" cy="5400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961200" y="1794150"/>
            <a:ext cx="7219800" cy="5427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960835" y="2479950"/>
            <a:ext cx="7219950" cy="2583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849150"/>
            <a:ext cx="3620691" cy="515159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849150"/>
            <a:ext cx="540068" cy="5400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03933" y="5460683"/>
            <a:ext cx="540068" cy="5400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37400" y="1435050"/>
            <a:ext cx="2970000" cy="6615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440100" y="2180250"/>
            <a:ext cx="2967300" cy="3069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3825900" y="1434704"/>
            <a:ext cx="4860000" cy="381595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849150"/>
            <a:ext cx="9142200" cy="199529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5460683"/>
            <a:ext cx="540068" cy="5400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03933" y="5460683"/>
            <a:ext cx="540068" cy="5400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59000" y="1443150"/>
            <a:ext cx="8232300" cy="4698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459000" y="2101950"/>
            <a:ext cx="8231981" cy="621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459581" y="2963250"/>
            <a:ext cx="8224200" cy="25731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4629150"/>
            <a:ext cx="9142200" cy="13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857250"/>
            <a:ext cx="540068" cy="5400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03933" y="853216"/>
            <a:ext cx="540068" cy="5400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53600" y="1359450"/>
            <a:ext cx="8232300" cy="4239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453628" y="2118150"/>
            <a:ext cx="8243100" cy="2408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1"/>
            </p:custDataLst>
          </p:nvPr>
        </p:nvSpPr>
        <p:spPr>
          <a:xfrm>
            <a:off x="445500" y="4742550"/>
            <a:ext cx="8251200" cy="7587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849150"/>
            <a:ext cx="9142200" cy="68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02133" y="849150"/>
            <a:ext cx="540068" cy="5400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5460683"/>
            <a:ext cx="540068" cy="5400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34700" y="1035450"/>
            <a:ext cx="8278200" cy="33147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434700" y="2104650"/>
            <a:ext cx="40068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4681800" y="2104650"/>
            <a:ext cx="40257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429300" y="4469850"/>
            <a:ext cx="40068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4689900" y="4467150"/>
            <a:ext cx="40257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0" y="1576800"/>
            <a:ext cx="9142200" cy="370439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846" y="4685596"/>
            <a:ext cx="1315145" cy="13151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9149"/>
            <a:ext cx="1315145" cy="131514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142100" y="1861650"/>
            <a:ext cx="6858000" cy="17901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1141810" y="3754350"/>
            <a:ext cx="6858000" cy="1242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71.xml"/><Relationship Id="rId20" Type="http://schemas.openxmlformats.org/officeDocument/2006/relationships/tags" Target="../tags/tag70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8" Type="http://schemas.openxmlformats.org/officeDocument/2006/relationships/theme" Target="../theme/theme2.xml"/><Relationship Id="rId17" Type="http://schemas.openxmlformats.org/officeDocument/2006/relationships/tags" Target="../tags/tag132.xml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tags" Target="../tags/tag129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2" Type="http://schemas.openxmlformats.org/officeDocument/2006/relationships/theme" Target="../theme/theme3.xml"/><Relationship Id="rId21" Type="http://schemas.openxmlformats.org/officeDocument/2006/relationships/tags" Target="../tags/tag220.xml"/><Relationship Id="rId20" Type="http://schemas.openxmlformats.org/officeDocument/2006/relationships/tags" Target="../tags/tag219.xml"/><Relationship Id="rId2" Type="http://schemas.openxmlformats.org/officeDocument/2006/relationships/slideLayout" Target="../slideLayouts/slideLayout31.xml"/><Relationship Id="rId19" Type="http://schemas.openxmlformats.org/officeDocument/2006/relationships/tags" Target="../tags/tag218.xml"/><Relationship Id="rId18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502412" y="1578299"/>
            <a:ext cx="8139178" cy="4041680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02412" y="1571631"/>
            <a:ext cx="8139178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502412" y="1578299"/>
            <a:ext cx="8139178" cy="4041680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0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" Type="http://schemas.openxmlformats.org/officeDocument/2006/relationships/tags" Target="../tags/tag22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35.xml"/><Relationship Id="rId15" Type="http://schemas.openxmlformats.org/officeDocument/2006/relationships/tags" Target="../tags/tag241.xml"/><Relationship Id="rId14" Type="http://schemas.openxmlformats.org/officeDocument/2006/relationships/tags" Target="../tags/tag240.xml"/><Relationship Id="rId13" Type="http://schemas.openxmlformats.org/officeDocument/2006/relationships/tags" Target="../tags/tag239.xml"/><Relationship Id="rId12" Type="http://schemas.openxmlformats.org/officeDocument/2006/relationships/tags" Target="../tags/tag23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tags" Target="../tags/tag22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2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" Type="http://schemas.openxmlformats.org/officeDocument/2006/relationships/tags" Target="../tags/tag24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250.xml"/><Relationship Id="rId5" Type="http://schemas.openxmlformats.org/officeDocument/2006/relationships/image" Target="../media/image11.png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" Type="http://schemas.openxmlformats.org/officeDocument/2006/relationships/tags" Target="../tags/tag24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257.xml"/><Relationship Id="rId6" Type="http://schemas.openxmlformats.org/officeDocument/2006/relationships/tags" Target="../tags/tag256.xml"/><Relationship Id="rId5" Type="http://schemas.openxmlformats.org/officeDocument/2006/relationships/tags" Target="../tags/tag255.xml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" Type="http://schemas.openxmlformats.org/officeDocument/2006/relationships/tags" Target="../tags/tag25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65.xml"/><Relationship Id="rId3" Type="http://schemas.openxmlformats.org/officeDocument/2006/relationships/tags" Target="../tags/tag264.xml"/><Relationship Id="rId2" Type="http://schemas.openxmlformats.org/officeDocument/2006/relationships/tags" Target="../tags/tag263.xml"/><Relationship Id="rId1" Type="http://schemas.openxmlformats.org/officeDocument/2006/relationships/tags" Target="../tags/tag26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tags" Target="../tags/tag26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73.xml"/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" Type="http://schemas.openxmlformats.org/officeDocument/2006/relationships/tags" Target="../tags/tag270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" Type="http://schemas.openxmlformats.org/officeDocument/2006/relationships/tags" Target="../tags/tag27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" Type="http://schemas.openxmlformats.org/officeDocument/2006/relationships/tags" Target="../tags/tag27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90.xml"/><Relationship Id="rId8" Type="http://schemas.openxmlformats.org/officeDocument/2006/relationships/tags" Target="../tags/tag289.xml"/><Relationship Id="rId7" Type="http://schemas.openxmlformats.org/officeDocument/2006/relationships/tags" Target="../tags/tag288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298.xml"/><Relationship Id="rId16" Type="http://schemas.openxmlformats.org/officeDocument/2006/relationships/tags" Target="../tags/tag297.xml"/><Relationship Id="rId15" Type="http://schemas.openxmlformats.org/officeDocument/2006/relationships/tags" Target="../tags/tag296.xml"/><Relationship Id="rId14" Type="http://schemas.openxmlformats.org/officeDocument/2006/relationships/tags" Target="../tags/tag295.xml"/><Relationship Id="rId13" Type="http://schemas.openxmlformats.org/officeDocument/2006/relationships/tags" Target="../tags/tag294.xml"/><Relationship Id="rId12" Type="http://schemas.openxmlformats.org/officeDocument/2006/relationships/tags" Target="../tags/tag293.xml"/><Relationship Id="rId11" Type="http://schemas.openxmlformats.org/officeDocument/2006/relationships/tags" Target="../tags/tag292.xml"/><Relationship Id="rId10" Type="http://schemas.openxmlformats.org/officeDocument/2006/relationships/tags" Target="../tags/tag291.xml"/><Relationship Id="rId1" Type="http://schemas.openxmlformats.org/officeDocument/2006/relationships/tags" Target="../tags/tag28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2.xml"/><Relationship Id="rId4" Type="http://schemas.openxmlformats.org/officeDocument/2006/relationships/tags" Target="../tags/tag302.xml"/><Relationship Id="rId3" Type="http://schemas.openxmlformats.org/officeDocument/2006/relationships/tags" Target="../tags/tag301.xml"/><Relationship Id="rId2" Type="http://schemas.openxmlformats.org/officeDocument/2006/relationships/tags" Target="../tags/tag300.xml"/><Relationship Id="rId1" Type="http://schemas.openxmlformats.org/officeDocument/2006/relationships/tags" Target="../tags/tag29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11.xml"/><Relationship Id="rId8" Type="http://schemas.openxmlformats.org/officeDocument/2006/relationships/tags" Target="../tags/tag310.xml"/><Relationship Id="rId7" Type="http://schemas.openxmlformats.org/officeDocument/2006/relationships/tags" Target="../tags/tag309.xml"/><Relationship Id="rId6" Type="http://schemas.openxmlformats.org/officeDocument/2006/relationships/tags" Target="../tags/tag308.xml"/><Relationship Id="rId5" Type="http://schemas.openxmlformats.org/officeDocument/2006/relationships/tags" Target="../tags/tag307.xml"/><Relationship Id="rId4" Type="http://schemas.openxmlformats.org/officeDocument/2006/relationships/tags" Target="../tags/tag306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332.xml"/><Relationship Id="rId3" Type="http://schemas.openxmlformats.org/officeDocument/2006/relationships/tags" Target="../tags/tag305.xml"/><Relationship Id="rId29" Type="http://schemas.openxmlformats.org/officeDocument/2006/relationships/tags" Target="../tags/tag331.xml"/><Relationship Id="rId28" Type="http://schemas.openxmlformats.org/officeDocument/2006/relationships/tags" Target="../tags/tag330.xml"/><Relationship Id="rId27" Type="http://schemas.openxmlformats.org/officeDocument/2006/relationships/tags" Target="../tags/tag329.xml"/><Relationship Id="rId26" Type="http://schemas.openxmlformats.org/officeDocument/2006/relationships/tags" Target="../tags/tag328.xml"/><Relationship Id="rId25" Type="http://schemas.openxmlformats.org/officeDocument/2006/relationships/tags" Target="../tags/tag327.xml"/><Relationship Id="rId24" Type="http://schemas.openxmlformats.org/officeDocument/2006/relationships/tags" Target="../tags/tag326.xml"/><Relationship Id="rId23" Type="http://schemas.openxmlformats.org/officeDocument/2006/relationships/tags" Target="../tags/tag325.xml"/><Relationship Id="rId22" Type="http://schemas.openxmlformats.org/officeDocument/2006/relationships/tags" Target="../tags/tag324.xml"/><Relationship Id="rId21" Type="http://schemas.openxmlformats.org/officeDocument/2006/relationships/tags" Target="../tags/tag323.xml"/><Relationship Id="rId20" Type="http://schemas.openxmlformats.org/officeDocument/2006/relationships/tags" Target="../tags/tag322.xml"/><Relationship Id="rId2" Type="http://schemas.openxmlformats.org/officeDocument/2006/relationships/tags" Target="../tags/tag304.xml"/><Relationship Id="rId19" Type="http://schemas.openxmlformats.org/officeDocument/2006/relationships/tags" Target="../tags/tag321.xml"/><Relationship Id="rId18" Type="http://schemas.openxmlformats.org/officeDocument/2006/relationships/tags" Target="../tags/tag320.xml"/><Relationship Id="rId17" Type="http://schemas.openxmlformats.org/officeDocument/2006/relationships/tags" Target="../tags/tag319.xml"/><Relationship Id="rId16" Type="http://schemas.openxmlformats.org/officeDocument/2006/relationships/tags" Target="../tags/tag318.xml"/><Relationship Id="rId15" Type="http://schemas.openxmlformats.org/officeDocument/2006/relationships/tags" Target="../tags/tag317.xml"/><Relationship Id="rId14" Type="http://schemas.openxmlformats.org/officeDocument/2006/relationships/tags" Target="../tags/tag316.xml"/><Relationship Id="rId13" Type="http://schemas.openxmlformats.org/officeDocument/2006/relationships/tags" Target="../tags/tag315.xml"/><Relationship Id="rId12" Type="http://schemas.openxmlformats.org/officeDocument/2006/relationships/tags" Target="../tags/tag314.xml"/><Relationship Id="rId11" Type="http://schemas.openxmlformats.org/officeDocument/2006/relationships/tags" Target="../tags/tag313.xml"/><Relationship Id="rId10" Type="http://schemas.openxmlformats.org/officeDocument/2006/relationships/tags" Target="../tags/tag312.xml"/><Relationship Id="rId1" Type="http://schemas.openxmlformats.org/officeDocument/2006/relationships/tags" Target="../tags/tag30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tags" Target="../tags/tag340.xml"/><Relationship Id="rId7" Type="http://schemas.openxmlformats.org/officeDocument/2006/relationships/tags" Target="../tags/tag339.xml"/><Relationship Id="rId6" Type="http://schemas.openxmlformats.org/officeDocument/2006/relationships/tags" Target="../tags/tag338.xml"/><Relationship Id="rId5" Type="http://schemas.openxmlformats.org/officeDocument/2006/relationships/tags" Target="../tags/tag337.xml"/><Relationship Id="rId4" Type="http://schemas.openxmlformats.org/officeDocument/2006/relationships/tags" Target="../tags/tag336.xml"/><Relationship Id="rId3" Type="http://schemas.openxmlformats.org/officeDocument/2006/relationships/tags" Target="../tags/tag335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354.xml"/><Relationship Id="rId21" Type="http://schemas.openxmlformats.org/officeDocument/2006/relationships/tags" Target="../tags/tag353.xml"/><Relationship Id="rId20" Type="http://schemas.openxmlformats.org/officeDocument/2006/relationships/tags" Target="../tags/tag352.xml"/><Relationship Id="rId2" Type="http://schemas.openxmlformats.org/officeDocument/2006/relationships/tags" Target="../tags/tag334.xml"/><Relationship Id="rId19" Type="http://schemas.openxmlformats.org/officeDocument/2006/relationships/tags" Target="../tags/tag351.xml"/><Relationship Id="rId18" Type="http://schemas.openxmlformats.org/officeDocument/2006/relationships/tags" Target="../tags/tag350.xml"/><Relationship Id="rId17" Type="http://schemas.openxmlformats.org/officeDocument/2006/relationships/tags" Target="../tags/tag349.xml"/><Relationship Id="rId16" Type="http://schemas.openxmlformats.org/officeDocument/2006/relationships/tags" Target="../tags/tag348.xml"/><Relationship Id="rId15" Type="http://schemas.openxmlformats.org/officeDocument/2006/relationships/tags" Target="../tags/tag347.xml"/><Relationship Id="rId14" Type="http://schemas.openxmlformats.org/officeDocument/2006/relationships/tags" Target="../tags/tag346.xml"/><Relationship Id="rId13" Type="http://schemas.openxmlformats.org/officeDocument/2006/relationships/tags" Target="../tags/tag345.xml"/><Relationship Id="rId12" Type="http://schemas.openxmlformats.org/officeDocument/2006/relationships/tags" Target="../tags/tag344.xml"/><Relationship Id="rId11" Type="http://schemas.openxmlformats.org/officeDocument/2006/relationships/tags" Target="../tags/tag343.xml"/><Relationship Id="rId10" Type="http://schemas.openxmlformats.org/officeDocument/2006/relationships/tags" Target="../tags/tag342.xml"/><Relationship Id="rId1" Type="http://schemas.openxmlformats.org/officeDocument/2006/relationships/tags" Target="../tags/tag33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362.xml"/><Relationship Id="rId7" Type="http://schemas.openxmlformats.org/officeDocument/2006/relationships/tags" Target="../tags/tag361.xml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63.xml"/><Relationship Id="rId1" Type="http://schemas.openxmlformats.org/officeDocument/2006/relationships/tags" Target="../tags/tag35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371.xml"/><Relationship Id="rId7" Type="http://schemas.openxmlformats.org/officeDocument/2006/relationships/tags" Target="../tags/tag370.xml"/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72.xml"/><Relationship Id="rId1" Type="http://schemas.openxmlformats.org/officeDocument/2006/relationships/tags" Target="../tags/tag36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tags" Target="../tags/tag380.xml"/><Relationship Id="rId7" Type="http://schemas.openxmlformats.org/officeDocument/2006/relationships/tags" Target="../tags/tag379.xml"/><Relationship Id="rId6" Type="http://schemas.openxmlformats.org/officeDocument/2006/relationships/tags" Target="../tags/tag378.xml"/><Relationship Id="rId5" Type="http://schemas.openxmlformats.org/officeDocument/2006/relationships/tags" Target="../tags/tag377.xml"/><Relationship Id="rId4" Type="http://schemas.openxmlformats.org/officeDocument/2006/relationships/tags" Target="../tags/tag376.xml"/><Relationship Id="rId3" Type="http://schemas.openxmlformats.org/officeDocument/2006/relationships/tags" Target="../tags/tag375.xml"/><Relationship Id="rId2" Type="http://schemas.openxmlformats.org/officeDocument/2006/relationships/tags" Target="../tags/tag374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81.xml"/><Relationship Id="rId1" Type="http://schemas.openxmlformats.org/officeDocument/2006/relationships/tags" Target="../tags/tag37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389.xml"/><Relationship Id="rId7" Type="http://schemas.openxmlformats.org/officeDocument/2006/relationships/tags" Target="../tags/tag388.xml"/><Relationship Id="rId6" Type="http://schemas.openxmlformats.org/officeDocument/2006/relationships/tags" Target="../tags/tag387.xml"/><Relationship Id="rId5" Type="http://schemas.openxmlformats.org/officeDocument/2006/relationships/tags" Target="../tags/tag386.xml"/><Relationship Id="rId4" Type="http://schemas.openxmlformats.org/officeDocument/2006/relationships/tags" Target="../tags/tag385.xml"/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90.xml"/><Relationship Id="rId1" Type="http://schemas.openxmlformats.org/officeDocument/2006/relationships/tags" Target="../tags/tag38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99.xml"/><Relationship Id="rId8" Type="http://schemas.openxmlformats.org/officeDocument/2006/relationships/tags" Target="../tags/tag398.xml"/><Relationship Id="rId7" Type="http://schemas.openxmlformats.org/officeDocument/2006/relationships/tags" Target="../tags/tag397.xml"/><Relationship Id="rId6" Type="http://schemas.openxmlformats.org/officeDocument/2006/relationships/tags" Target="../tags/tag396.xml"/><Relationship Id="rId5" Type="http://schemas.openxmlformats.org/officeDocument/2006/relationships/tags" Target="../tags/tag395.xml"/><Relationship Id="rId4" Type="http://schemas.openxmlformats.org/officeDocument/2006/relationships/tags" Target="../tags/tag394.xml"/><Relationship Id="rId3" Type="http://schemas.openxmlformats.org/officeDocument/2006/relationships/tags" Target="../tags/tag393.xml"/><Relationship Id="rId2" Type="http://schemas.openxmlformats.org/officeDocument/2006/relationships/tags" Target="../tags/tag39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400.xml"/><Relationship Id="rId1" Type="http://schemas.openxmlformats.org/officeDocument/2006/relationships/tags" Target="../tags/tag39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08.xml"/><Relationship Id="rId8" Type="http://schemas.openxmlformats.org/officeDocument/2006/relationships/tags" Target="../tags/tag407.xml"/><Relationship Id="rId7" Type="http://schemas.openxmlformats.org/officeDocument/2006/relationships/tags" Target="../tags/tag406.xml"/><Relationship Id="rId6" Type="http://schemas.openxmlformats.org/officeDocument/2006/relationships/tags" Target="../tags/tag405.xml"/><Relationship Id="rId5" Type="http://schemas.openxmlformats.org/officeDocument/2006/relationships/tags" Target="../tags/tag404.xml"/><Relationship Id="rId4" Type="http://schemas.openxmlformats.org/officeDocument/2006/relationships/tags" Target="../tags/tag403.xml"/><Relationship Id="rId3" Type="http://schemas.openxmlformats.org/officeDocument/2006/relationships/tags" Target="../tags/tag402.xml"/><Relationship Id="rId2" Type="http://schemas.openxmlformats.org/officeDocument/2006/relationships/tags" Target="../tags/tag401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25.xml"/><Relationship Id="rId16" Type="http://schemas.openxmlformats.org/officeDocument/2006/relationships/tags" Target="../tags/tag415.xml"/><Relationship Id="rId15" Type="http://schemas.openxmlformats.org/officeDocument/2006/relationships/tags" Target="../tags/tag414.xml"/><Relationship Id="rId14" Type="http://schemas.openxmlformats.org/officeDocument/2006/relationships/tags" Target="../tags/tag413.xml"/><Relationship Id="rId13" Type="http://schemas.openxmlformats.org/officeDocument/2006/relationships/tags" Target="../tags/tag412.xml"/><Relationship Id="rId12" Type="http://schemas.openxmlformats.org/officeDocument/2006/relationships/tags" Target="../tags/tag411.xml"/><Relationship Id="rId11" Type="http://schemas.openxmlformats.org/officeDocument/2006/relationships/tags" Target="../tags/tag410.xml"/><Relationship Id="rId10" Type="http://schemas.openxmlformats.org/officeDocument/2006/relationships/tags" Target="../tags/tag409.xml"/><Relationship Id="rId1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423.xml"/><Relationship Id="rId8" Type="http://schemas.openxmlformats.org/officeDocument/2006/relationships/tags" Target="../tags/tag422.xml"/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25.xml"/><Relationship Id="rId16" Type="http://schemas.openxmlformats.org/officeDocument/2006/relationships/tags" Target="../tags/tag430.xml"/><Relationship Id="rId15" Type="http://schemas.openxmlformats.org/officeDocument/2006/relationships/tags" Target="../tags/tag429.xml"/><Relationship Id="rId14" Type="http://schemas.openxmlformats.org/officeDocument/2006/relationships/tags" Target="../tags/tag428.xml"/><Relationship Id="rId13" Type="http://schemas.openxmlformats.org/officeDocument/2006/relationships/tags" Target="../tags/tag427.xml"/><Relationship Id="rId12" Type="http://schemas.openxmlformats.org/officeDocument/2006/relationships/tags" Target="../tags/tag426.xml"/><Relationship Id="rId11" Type="http://schemas.openxmlformats.org/officeDocument/2006/relationships/tags" Target="../tags/tag425.xml"/><Relationship Id="rId10" Type="http://schemas.openxmlformats.org/officeDocument/2006/relationships/tags" Target="../tags/tag424.xml"/><Relationship Id="rId1" Type="http://schemas.openxmlformats.org/officeDocument/2006/relationships/chart" Target="../charts/chart2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438.xml"/><Relationship Id="rId8" Type="http://schemas.openxmlformats.org/officeDocument/2006/relationships/tags" Target="../tags/tag437.xml"/><Relationship Id="rId7" Type="http://schemas.openxmlformats.org/officeDocument/2006/relationships/tags" Target="../tags/tag436.xml"/><Relationship Id="rId6" Type="http://schemas.openxmlformats.org/officeDocument/2006/relationships/tags" Target="../tags/tag435.xml"/><Relationship Id="rId5" Type="http://schemas.openxmlformats.org/officeDocument/2006/relationships/tags" Target="../tags/tag434.xml"/><Relationship Id="rId4" Type="http://schemas.openxmlformats.org/officeDocument/2006/relationships/tags" Target="../tags/tag433.xml"/><Relationship Id="rId3" Type="http://schemas.openxmlformats.org/officeDocument/2006/relationships/tags" Target="../tags/tag432.xml"/><Relationship Id="rId2" Type="http://schemas.openxmlformats.org/officeDocument/2006/relationships/tags" Target="../tags/tag431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25.xml"/><Relationship Id="rId16" Type="http://schemas.openxmlformats.org/officeDocument/2006/relationships/tags" Target="../tags/tag445.xml"/><Relationship Id="rId15" Type="http://schemas.openxmlformats.org/officeDocument/2006/relationships/tags" Target="../tags/tag444.xml"/><Relationship Id="rId14" Type="http://schemas.openxmlformats.org/officeDocument/2006/relationships/tags" Target="../tags/tag443.xml"/><Relationship Id="rId13" Type="http://schemas.openxmlformats.org/officeDocument/2006/relationships/tags" Target="../tags/tag442.xml"/><Relationship Id="rId12" Type="http://schemas.openxmlformats.org/officeDocument/2006/relationships/tags" Target="../tags/tag441.xml"/><Relationship Id="rId11" Type="http://schemas.openxmlformats.org/officeDocument/2006/relationships/tags" Target="../tags/tag440.xml"/><Relationship Id="rId10" Type="http://schemas.openxmlformats.org/officeDocument/2006/relationships/tags" Target="../tags/tag439.xml"/><Relationship Id="rId1" Type="http://schemas.openxmlformats.org/officeDocument/2006/relationships/chart" Target="../charts/chart3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453.xml"/><Relationship Id="rId8" Type="http://schemas.openxmlformats.org/officeDocument/2006/relationships/tags" Target="../tags/tag452.xml"/><Relationship Id="rId7" Type="http://schemas.openxmlformats.org/officeDocument/2006/relationships/tags" Target="../tags/tag451.xml"/><Relationship Id="rId6" Type="http://schemas.openxmlformats.org/officeDocument/2006/relationships/tags" Target="../tags/tag450.xml"/><Relationship Id="rId5" Type="http://schemas.openxmlformats.org/officeDocument/2006/relationships/tags" Target="../tags/tag449.xml"/><Relationship Id="rId4" Type="http://schemas.openxmlformats.org/officeDocument/2006/relationships/tags" Target="../tags/tag448.xml"/><Relationship Id="rId3" Type="http://schemas.openxmlformats.org/officeDocument/2006/relationships/tags" Target="../tags/tag447.xml"/><Relationship Id="rId2" Type="http://schemas.openxmlformats.org/officeDocument/2006/relationships/tags" Target="../tags/tag446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25.xml"/><Relationship Id="rId16" Type="http://schemas.openxmlformats.org/officeDocument/2006/relationships/tags" Target="../tags/tag460.xml"/><Relationship Id="rId15" Type="http://schemas.openxmlformats.org/officeDocument/2006/relationships/tags" Target="../tags/tag459.xml"/><Relationship Id="rId14" Type="http://schemas.openxmlformats.org/officeDocument/2006/relationships/tags" Target="../tags/tag458.xml"/><Relationship Id="rId13" Type="http://schemas.openxmlformats.org/officeDocument/2006/relationships/tags" Target="../tags/tag457.xml"/><Relationship Id="rId12" Type="http://schemas.openxmlformats.org/officeDocument/2006/relationships/tags" Target="../tags/tag456.xml"/><Relationship Id="rId11" Type="http://schemas.openxmlformats.org/officeDocument/2006/relationships/tags" Target="../tags/tag455.xml"/><Relationship Id="rId10" Type="http://schemas.openxmlformats.org/officeDocument/2006/relationships/tags" Target="../tags/tag454.xml"/><Relationship Id="rId1" Type="http://schemas.openxmlformats.org/officeDocument/2006/relationships/chart" Target="../charts/chart4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468.xml"/><Relationship Id="rId8" Type="http://schemas.openxmlformats.org/officeDocument/2006/relationships/tags" Target="../tags/tag467.xml"/><Relationship Id="rId7" Type="http://schemas.openxmlformats.org/officeDocument/2006/relationships/tags" Target="../tags/tag466.xml"/><Relationship Id="rId6" Type="http://schemas.openxmlformats.org/officeDocument/2006/relationships/tags" Target="../tags/tag465.xml"/><Relationship Id="rId5" Type="http://schemas.openxmlformats.org/officeDocument/2006/relationships/tags" Target="../tags/tag464.xml"/><Relationship Id="rId4" Type="http://schemas.openxmlformats.org/officeDocument/2006/relationships/tags" Target="../tags/tag463.xml"/><Relationship Id="rId3" Type="http://schemas.openxmlformats.org/officeDocument/2006/relationships/tags" Target="../tags/tag462.xml"/><Relationship Id="rId2" Type="http://schemas.openxmlformats.org/officeDocument/2006/relationships/tags" Target="../tags/tag461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25.xml"/><Relationship Id="rId16" Type="http://schemas.openxmlformats.org/officeDocument/2006/relationships/tags" Target="../tags/tag475.xml"/><Relationship Id="rId15" Type="http://schemas.openxmlformats.org/officeDocument/2006/relationships/tags" Target="../tags/tag474.xml"/><Relationship Id="rId14" Type="http://schemas.openxmlformats.org/officeDocument/2006/relationships/tags" Target="../tags/tag473.xml"/><Relationship Id="rId13" Type="http://schemas.openxmlformats.org/officeDocument/2006/relationships/tags" Target="../tags/tag472.xml"/><Relationship Id="rId12" Type="http://schemas.openxmlformats.org/officeDocument/2006/relationships/tags" Target="../tags/tag471.xml"/><Relationship Id="rId11" Type="http://schemas.openxmlformats.org/officeDocument/2006/relationships/tags" Target="../tags/tag470.xml"/><Relationship Id="rId10" Type="http://schemas.openxmlformats.org/officeDocument/2006/relationships/tags" Target="../tags/tag469.xml"/><Relationship Id="rId1" Type="http://schemas.openxmlformats.org/officeDocument/2006/relationships/chart" Target="../charts/chart5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5.xml"/><Relationship Id="rId5" Type="http://schemas.openxmlformats.org/officeDocument/2006/relationships/tags" Target="../tags/tag480.xml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tags" Target="../tags/tag476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489.xml"/><Relationship Id="rId8" Type="http://schemas.openxmlformats.org/officeDocument/2006/relationships/tags" Target="../tags/tag488.xml"/><Relationship Id="rId7" Type="http://schemas.openxmlformats.org/officeDocument/2006/relationships/tags" Target="../tags/tag487.xml"/><Relationship Id="rId6" Type="http://schemas.openxmlformats.org/officeDocument/2006/relationships/tags" Target="../tags/tag486.xml"/><Relationship Id="rId5" Type="http://schemas.openxmlformats.org/officeDocument/2006/relationships/tags" Target="../tags/tag485.xml"/><Relationship Id="rId4" Type="http://schemas.openxmlformats.org/officeDocument/2006/relationships/tags" Target="../tags/tag484.xml"/><Relationship Id="rId3" Type="http://schemas.openxmlformats.org/officeDocument/2006/relationships/tags" Target="../tags/tag483.xml"/><Relationship Id="rId2" Type="http://schemas.openxmlformats.org/officeDocument/2006/relationships/tags" Target="../tags/tag482.xml"/><Relationship Id="rId18" Type="http://schemas.openxmlformats.org/officeDocument/2006/relationships/slideLayout" Target="../slideLayouts/slideLayout25.xml"/><Relationship Id="rId17" Type="http://schemas.openxmlformats.org/officeDocument/2006/relationships/tags" Target="../tags/tag497.xml"/><Relationship Id="rId16" Type="http://schemas.openxmlformats.org/officeDocument/2006/relationships/tags" Target="../tags/tag496.xml"/><Relationship Id="rId15" Type="http://schemas.openxmlformats.org/officeDocument/2006/relationships/tags" Target="../tags/tag495.xml"/><Relationship Id="rId14" Type="http://schemas.openxmlformats.org/officeDocument/2006/relationships/tags" Target="../tags/tag494.xml"/><Relationship Id="rId13" Type="http://schemas.openxmlformats.org/officeDocument/2006/relationships/tags" Target="../tags/tag493.xml"/><Relationship Id="rId12" Type="http://schemas.openxmlformats.org/officeDocument/2006/relationships/tags" Target="../tags/tag492.xml"/><Relationship Id="rId11" Type="http://schemas.openxmlformats.org/officeDocument/2006/relationships/tags" Target="../tags/tag491.xml"/><Relationship Id="rId10" Type="http://schemas.openxmlformats.org/officeDocument/2006/relationships/tags" Target="../tags/tag490.xml"/><Relationship Id="rId1" Type="http://schemas.openxmlformats.org/officeDocument/2006/relationships/tags" Target="../tags/tag481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505.xml"/><Relationship Id="rId8" Type="http://schemas.openxmlformats.org/officeDocument/2006/relationships/image" Target="../media/image16.png"/><Relationship Id="rId7" Type="http://schemas.openxmlformats.org/officeDocument/2006/relationships/tags" Target="../tags/tag504.xml"/><Relationship Id="rId6" Type="http://schemas.openxmlformats.org/officeDocument/2006/relationships/tags" Target="../tags/tag503.xml"/><Relationship Id="rId5" Type="http://schemas.openxmlformats.org/officeDocument/2006/relationships/tags" Target="../tags/tag502.xml"/><Relationship Id="rId4" Type="http://schemas.openxmlformats.org/officeDocument/2006/relationships/tags" Target="../tags/tag501.xml"/><Relationship Id="rId3" Type="http://schemas.openxmlformats.org/officeDocument/2006/relationships/tags" Target="../tags/tag500.xml"/><Relationship Id="rId2" Type="http://schemas.openxmlformats.org/officeDocument/2006/relationships/tags" Target="../tags/tag499.xml"/><Relationship Id="rId10" Type="http://schemas.openxmlformats.org/officeDocument/2006/relationships/slideLayout" Target="../slideLayouts/slideLayout25.xml"/><Relationship Id="rId1" Type="http://schemas.openxmlformats.org/officeDocument/2006/relationships/tags" Target="../tags/tag498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513.xml"/><Relationship Id="rId8" Type="http://schemas.openxmlformats.org/officeDocument/2006/relationships/tags" Target="../tags/tag512.xml"/><Relationship Id="rId7" Type="http://schemas.openxmlformats.org/officeDocument/2006/relationships/tags" Target="../tags/tag511.xml"/><Relationship Id="rId6" Type="http://schemas.openxmlformats.org/officeDocument/2006/relationships/tags" Target="../tags/tag510.xml"/><Relationship Id="rId5" Type="http://schemas.openxmlformats.org/officeDocument/2006/relationships/tags" Target="../tags/tag509.xml"/><Relationship Id="rId4" Type="http://schemas.openxmlformats.org/officeDocument/2006/relationships/tags" Target="../tags/tag508.xml"/><Relationship Id="rId3" Type="http://schemas.openxmlformats.org/officeDocument/2006/relationships/tags" Target="../tags/tag507.xml"/><Relationship Id="rId2" Type="http://schemas.openxmlformats.org/officeDocument/2006/relationships/tags" Target="../tags/tag506.xml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25.xml"/><Relationship Id="rId16" Type="http://schemas.openxmlformats.org/officeDocument/2006/relationships/tags" Target="../tags/tag520.xml"/><Relationship Id="rId15" Type="http://schemas.openxmlformats.org/officeDocument/2006/relationships/tags" Target="../tags/tag519.xml"/><Relationship Id="rId14" Type="http://schemas.openxmlformats.org/officeDocument/2006/relationships/tags" Target="../tags/tag518.xml"/><Relationship Id="rId13" Type="http://schemas.openxmlformats.org/officeDocument/2006/relationships/tags" Target="../tags/tag517.xml"/><Relationship Id="rId12" Type="http://schemas.openxmlformats.org/officeDocument/2006/relationships/tags" Target="../tags/tag516.xml"/><Relationship Id="rId11" Type="http://schemas.openxmlformats.org/officeDocument/2006/relationships/tags" Target="../tags/tag515.xml"/><Relationship Id="rId10" Type="http://schemas.openxmlformats.org/officeDocument/2006/relationships/tags" Target="../tags/tag514.xml"/><Relationship Id="rId1" Type="http://schemas.openxmlformats.org/officeDocument/2006/relationships/chart" Target="../charts/chart6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528.xml"/><Relationship Id="rId8" Type="http://schemas.openxmlformats.org/officeDocument/2006/relationships/tags" Target="../tags/tag527.xml"/><Relationship Id="rId7" Type="http://schemas.openxmlformats.org/officeDocument/2006/relationships/tags" Target="../tags/tag526.xml"/><Relationship Id="rId6" Type="http://schemas.openxmlformats.org/officeDocument/2006/relationships/tags" Target="../tags/tag525.xml"/><Relationship Id="rId5" Type="http://schemas.openxmlformats.org/officeDocument/2006/relationships/tags" Target="../tags/tag524.xml"/><Relationship Id="rId4" Type="http://schemas.openxmlformats.org/officeDocument/2006/relationships/tags" Target="../tags/tag523.xml"/><Relationship Id="rId3" Type="http://schemas.openxmlformats.org/officeDocument/2006/relationships/tags" Target="../tags/tag522.xml"/><Relationship Id="rId2" Type="http://schemas.openxmlformats.org/officeDocument/2006/relationships/tags" Target="../tags/tag521.xml"/><Relationship Id="rId18" Type="http://schemas.openxmlformats.org/officeDocument/2006/relationships/notesSlide" Target="../notesSlides/notesSlide8.xml"/><Relationship Id="rId17" Type="http://schemas.openxmlformats.org/officeDocument/2006/relationships/slideLayout" Target="../slideLayouts/slideLayout25.xml"/><Relationship Id="rId16" Type="http://schemas.openxmlformats.org/officeDocument/2006/relationships/tags" Target="../tags/tag535.xml"/><Relationship Id="rId15" Type="http://schemas.openxmlformats.org/officeDocument/2006/relationships/tags" Target="../tags/tag534.xml"/><Relationship Id="rId14" Type="http://schemas.openxmlformats.org/officeDocument/2006/relationships/tags" Target="../tags/tag533.xml"/><Relationship Id="rId13" Type="http://schemas.openxmlformats.org/officeDocument/2006/relationships/tags" Target="../tags/tag532.xml"/><Relationship Id="rId12" Type="http://schemas.openxmlformats.org/officeDocument/2006/relationships/tags" Target="../tags/tag531.xml"/><Relationship Id="rId11" Type="http://schemas.openxmlformats.org/officeDocument/2006/relationships/tags" Target="../tags/tag530.xml"/><Relationship Id="rId10" Type="http://schemas.openxmlformats.org/officeDocument/2006/relationships/tags" Target="../tags/tag529.xml"/><Relationship Id="rId1" Type="http://schemas.openxmlformats.org/officeDocument/2006/relationships/chart" Target="../charts/chart7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5.xml"/><Relationship Id="rId5" Type="http://schemas.openxmlformats.org/officeDocument/2006/relationships/tags" Target="../tags/tag540.xml"/><Relationship Id="rId4" Type="http://schemas.openxmlformats.org/officeDocument/2006/relationships/tags" Target="../tags/tag539.xml"/><Relationship Id="rId3" Type="http://schemas.openxmlformats.org/officeDocument/2006/relationships/tags" Target="../tags/tag538.xml"/><Relationship Id="rId2" Type="http://schemas.openxmlformats.org/officeDocument/2006/relationships/tags" Target="../tags/tag537.xml"/><Relationship Id="rId1" Type="http://schemas.openxmlformats.org/officeDocument/2006/relationships/tags" Target="../tags/tag536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549.xml"/><Relationship Id="rId8" Type="http://schemas.openxmlformats.org/officeDocument/2006/relationships/tags" Target="../tags/tag548.xml"/><Relationship Id="rId7" Type="http://schemas.openxmlformats.org/officeDocument/2006/relationships/tags" Target="../tags/tag547.xml"/><Relationship Id="rId6" Type="http://schemas.openxmlformats.org/officeDocument/2006/relationships/tags" Target="../tags/tag546.xml"/><Relationship Id="rId5" Type="http://schemas.openxmlformats.org/officeDocument/2006/relationships/tags" Target="../tags/tag545.xml"/><Relationship Id="rId4" Type="http://schemas.openxmlformats.org/officeDocument/2006/relationships/tags" Target="../tags/tag544.xml"/><Relationship Id="rId3" Type="http://schemas.openxmlformats.org/officeDocument/2006/relationships/tags" Target="../tags/tag543.xml"/><Relationship Id="rId2" Type="http://schemas.openxmlformats.org/officeDocument/2006/relationships/tags" Target="../tags/tag542.xml"/><Relationship Id="rId14" Type="http://schemas.openxmlformats.org/officeDocument/2006/relationships/slideLayout" Target="../slideLayouts/slideLayout25.xml"/><Relationship Id="rId13" Type="http://schemas.openxmlformats.org/officeDocument/2006/relationships/tags" Target="../tags/tag553.xml"/><Relationship Id="rId12" Type="http://schemas.openxmlformats.org/officeDocument/2006/relationships/tags" Target="../tags/tag552.xml"/><Relationship Id="rId11" Type="http://schemas.openxmlformats.org/officeDocument/2006/relationships/tags" Target="../tags/tag551.xml"/><Relationship Id="rId10" Type="http://schemas.openxmlformats.org/officeDocument/2006/relationships/tags" Target="../tags/tag550.xml"/><Relationship Id="rId1" Type="http://schemas.openxmlformats.org/officeDocument/2006/relationships/tags" Target="../tags/tag541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5.xml"/><Relationship Id="rId4" Type="http://schemas.openxmlformats.org/officeDocument/2006/relationships/tags" Target="../tags/tag556.xml"/><Relationship Id="rId3" Type="http://schemas.openxmlformats.org/officeDocument/2006/relationships/image" Target="../media/image17.png"/><Relationship Id="rId2" Type="http://schemas.openxmlformats.org/officeDocument/2006/relationships/tags" Target="../tags/tag555.xml"/><Relationship Id="rId1" Type="http://schemas.openxmlformats.org/officeDocument/2006/relationships/tags" Target="../tags/tag554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559.xml"/><Relationship Id="rId2" Type="http://schemas.openxmlformats.org/officeDocument/2006/relationships/tags" Target="../tags/tag558.xml"/><Relationship Id="rId1" Type="http://schemas.openxmlformats.org/officeDocument/2006/relationships/tags" Target="../tags/tag557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2.xml"/><Relationship Id="rId4" Type="http://schemas.openxmlformats.org/officeDocument/2006/relationships/tags" Target="../tags/tag563.xml"/><Relationship Id="rId3" Type="http://schemas.openxmlformats.org/officeDocument/2006/relationships/tags" Target="../tags/tag562.xml"/><Relationship Id="rId2" Type="http://schemas.openxmlformats.org/officeDocument/2006/relationships/tags" Target="../tags/tag561.xml"/><Relationship Id="rId1" Type="http://schemas.openxmlformats.org/officeDocument/2006/relationships/tags" Target="../tags/tag560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572.xml"/><Relationship Id="rId8" Type="http://schemas.openxmlformats.org/officeDocument/2006/relationships/tags" Target="../tags/tag571.xml"/><Relationship Id="rId7" Type="http://schemas.openxmlformats.org/officeDocument/2006/relationships/tags" Target="../tags/tag570.xml"/><Relationship Id="rId6" Type="http://schemas.openxmlformats.org/officeDocument/2006/relationships/tags" Target="../tags/tag569.xml"/><Relationship Id="rId5" Type="http://schemas.openxmlformats.org/officeDocument/2006/relationships/tags" Target="../tags/tag568.xml"/><Relationship Id="rId4" Type="http://schemas.openxmlformats.org/officeDocument/2006/relationships/tags" Target="../tags/tag567.xml"/><Relationship Id="rId3" Type="http://schemas.openxmlformats.org/officeDocument/2006/relationships/tags" Target="../tags/tag566.xml"/><Relationship Id="rId2" Type="http://schemas.openxmlformats.org/officeDocument/2006/relationships/tags" Target="../tags/tag565.xml"/><Relationship Id="rId14" Type="http://schemas.openxmlformats.org/officeDocument/2006/relationships/slideLayout" Target="../slideLayouts/slideLayout36.xml"/><Relationship Id="rId13" Type="http://schemas.openxmlformats.org/officeDocument/2006/relationships/tags" Target="../tags/tag576.xml"/><Relationship Id="rId12" Type="http://schemas.openxmlformats.org/officeDocument/2006/relationships/tags" Target="../tags/tag575.xml"/><Relationship Id="rId11" Type="http://schemas.openxmlformats.org/officeDocument/2006/relationships/tags" Target="../tags/tag574.xml"/><Relationship Id="rId10" Type="http://schemas.openxmlformats.org/officeDocument/2006/relationships/tags" Target="../tags/tag573.xml"/><Relationship Id="rId1" Type="http://schemas.openxmlformats.org/officeDocument/2006/relationships/tags" Target="../tags/tag564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6.xml"/><Relationship Id="rId5" Type="http://schemas.openxmlformats.org/officeDocument/2006/relationships/tags" Target="../tags/tag581.xml"/><Relationship Id="rId4" Type="http://schemas.openxmlformats.org/officeDocument/2006/relationships/tags" Target="../tags/tag580.xml"/><Relationship Id="rId3" Type="http://schemas.openxmlformats.org/officeDocument/2006/relationships/tags" Target="../tags/tag579.xml"/><Relationship Id="rId2" Type="http://schemas.openxmlformats.org/officeDocument/2006/relationships/tags" Target="../tags/tag578.xml"/><Relationship Id="rId1" Type="http://schemas.openxmlformats.org/officeDocument/2006/relationships/tags" Target="../tags/tag57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6.xml"/><Relationship Id="rId4" Type="http://schemas.openxmlformats.org/officeDocument/2006/relationships/tags" Target="../tags/tag584.xml"/><Relationship Id="rId3" Type="http://schemas.openxmlformats.org/officeDocument/2006/relationships/image" Target="../media/image18.png"/><Relationship Id="rId2" Type="http://schemas.openxmlformats.org/officeDocument/2006/relationships/tags" Target="../tags/tag583.xml"/><Relationship Id="rId1" Type="http://schemas.openxmlformats.org/officeDocument/2006/relationships/tags" Target="../tags/tag582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2.xml"/><Relationship Id="rId4" Type="http://schemas.openxmlformats.org/officeDocument/2006/relationships/tags" Target="../tags/tag588.xml"/><Relationship Id="rId3" Type="http://schemas.openxmlformats.org/officeDocument/2006/relationships/tags" Target="../tags/tag587.xml"/><Relationship Id="rId2" Type="http://schemas.openxmlformats.org/officeDocument/2006/relationships/tags" Target="../tags/tag586.xml"/><Relationship Id="rId1" Type="http://schemas.openxmlformats.org/officeDocument/2006/relationships/tags" Target="../tags/tag585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597.xml"/><Relationship Id="rId8" Type="http://schemas.openxmlformats.org/officeDocument/2006/relationships/tags" Target="../tags/tag596.xml"/><Relationship Id="rId7" Type="http://schemas.openxmlformats.org/officeDocument/2006/relationships/tags" Target="../tags/tag595.xml"/><Relationship Id="rId6" Type="http://schemas.openxmlformats.org/officeDocument/2006/relationships/tags" Target="../tags/tag594.xml"/><Relationship Id="rId5" Type="http://schemas.openxmlformats.org/officeDocument/2006/relationships/tags" Target="../tags/tag593.xml"/><Relationship Id="rId4" Type="http://schemas.openxmlformats.org/officeDocument/2006/relationships/tags" Target="../tags/tag592.xml"/><Relationship Id="rId3" Type="http://schemas.openxmlformats.org/officeDocument/2006/relationships/tags" Target="../tags/tag591.xml"/><Relationship Id="rId21" Type="http://schemas.openxmlformats.org/officeDocument/2006/relationships/slideLayout" Target="../slideLayouts/slideLayout36.xml"/><Relationship Id="rId20" Type="http://schemas.openxmlformats.org/officeDocument/2006/relationships/tags" Target="../tags/tag608.xml"/><Relationship Id="rId2" Type="http://schemas.openxmlformats.org/officeDocument/2006/relationships/tags" Target="../tags/tag590.xml"/><Relationship Id="rId19" Type="http://schemas.openxmlformats.org/officeDocument/2006/relationships/tags" Target="../tags/tag607.xml"/><Relationship Id="rId18" Type="http://schemas.openxmlformats.org/officeDocument/2006/relationships/tags" Target="../tags/tag606.xml"/><Relationship Id="rId17" Type="http://schemas.openxmlformats.org/officeDocument/2006/relationships/tags" Target="../tags/tag605.xml"/><Relationship Id="rId16" Type="http://schemas.openxmlformats.org/officeDocument/2006/relationships/tags" Target="../tags/tag604.xml"/><Relationship Id="rId15" Type="http://schemas.openxmlformats.org/officeDocument/2006/relationships/tags" Target="../tags/tag603.xml"/><Relationship Id="rId14" Type="http://schemas.openxmlformats.org/officeDocument/2006/relationships/tags" Target="../tags/tag602.xml"/><Relationship Id="rId13" Type="http://schemas.openxmlformats.org/officeDocument/2006/relationships/tags" Target="../tags/tag601.xml"/><Relationship Id="rId12" Type="http://schemas.openxmlformats.org/officeDocument/2006/relationships/tags" Target="../tags/tag600.xml"/><Relationship Id="rId11" Type="http://schemas.openxmlformats.org/officeDocument/2006/relationships/tags" Target="../tags/tag599.xml"/><Relationship Id="rId10" Type="http://schemas.openxmlformats.org/officeDocument/2006/relationships/tags" Target="../tags/tag598.xml"/><Relationship Id="rId1" Type="http://schemas.openxmlformats.org/officeDocument/2006/relationships/tags" Target="../tags/tag589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0.xml"/><Relationship Id="rId4" Type="http://schemas.openxmlformats.org/officeDocument/2006/relationships/tags" Target="../tags/tag612.xml"/><Relationship Id="rId3" Type="http://schemas.openxmlformats.org/officeDocument/2006/relationships/tags" Target="../tags/tag611.xml"/><Relationship Id="rId2" Type="http://schemas.openxmlformats.org/officeDocument/2006/relationships/tags" Target="../tags/tag610.xml"/><Relationship Id="rId1" Type="http://schemas.openxmlformats.org/officeDocument/2006/relationships/tags" Target="../tags/tag6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>
            <p:custDataLst>
              <p:tags r:id="rId1"/>
            </p:custDataLst>
          </p:nvPr>
        </p:nvCxnSpPr>
        <p:spPr>
          <a:xfrm flipH="1">
            <a:off x="467379" y="3644938"/>
            <a:ext cx="3619025" cy="0"/>
          </a:xfrm>
          <a:prstGeom prst="line">
            <a:avLst/>
          </a:prstGeom>
          <a:ln>
            <a:solidFill>
              <a:schemeClr val="dk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/>
          <p:nvPr>
            <p:ph type="ctrTitle" idx="2"/>
            <p:custDataLst>
              <p:tags r:id="rId2"/>
            </p:custDataLst>
          </p:nvPr>
        </p:nvSpPr>
        <p:spPr>
          <a:xfrm>
            <a:off x="395605" y="836295"/>
            <a:ext cx="5240020" cy="1384935"/>
          </a:xfrm>
        </p:spPr>
        <p:txBody>
          <a:bodyPr>
            <a:normAutofit fontScale="90000" lnSpcReduction="10000"/>
          </a:bodyPr>
          <a:p>
            <a:r>
              <a:rPr sz="9800" kern="0" spc="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毕设进度</a:t>
            </a:r>
            <a:endParaRPr lang="zh-CN" altLang="en-US">
              <a:solidFill>
                <a:schemeClr val="dk1">
                  <a:lumMod val="85000"/>
                  <a:lumOff val="15000"/>
                </a:schemeClr>
              </a:solidFill>
              <a:cs typeface="汉仪旗黑-85S" panose="00020600040101010101" pitchFamily="18" charset="-122"/>
            </a:endParaRPr>
          </a:p>
        </p:txBody>
      </p:sp>
      <p:sp>
        <p:nvSpPr>
          <p:cNvPr id="5" name="副标题 4"/>
          <p:cNvSpPr/>
          <p:nvPr>
            <p:ph type="subTitle" idx="3"/>
            <p:custDataLst>
              <p:tags r:id="rId3"/>
            </p:custDataLst>
          </p:nvPr>
        </p:nvSpPr>
        <p:spPr>
          <a:xfrm>
            <a:off x="571500" y="2719705"/>
            <a:ext cx="4225925" cy="758190"/>
          </a:xfrm>
        </p:spPr>
        <p:txBody>
          <a:bodyPr>
            <a:noAutofit/>
          </a:bodyPr>
          <a:p>
            <a:pPr algn="ctr"/>
            <a:r>
              <a:rPr sz="2400" b="1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基于深度学习的专利标准</a:t>
            </a:r>
            <a:endParaRPr sz="2400" b="1">
              <a:solidFill>
                <a:srgbClr val="333333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2400" b="1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关联关系发现技术</a:t>
            </a:r>
            <a:endParaRPr lang="zh-CN" altLang="en-US" sz="2400" b="1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2400" b="1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683260" y="4004945"/>
            <a:ext cx="2592070" cy="59626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endParaRPr lang="zh-CN" altLang="en-US" sz="135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占位符 3"/>
          <p:cNvSpPr/>
          <p:nvPr>
            <p:ph type="body" idx="1"/>
            <p:custDataLst>
              <p:tags r:id="rId5"/>
            </p:custDataLst>
          </p:nvPr>
        </p:nvSpPr>
        <p:spPr>
          <a:xfrm>
            <a:off x="762000" y="4007485"/>
            <a:ext cx="2513330" cy="593725"/>
          </a:xfrm>
        </p:spPr>
        <p:txBody>
          <a:bodyPr/>
          <a:p>
            <a:r>
              <a:rPr lang="zh-CN" altLang="en-US">
                <a:solidFill>
                  <a:schemeClr val="dk1">
                    <a:lumMod val="65000"/>
                    <a:lumOff val="35000"/>
                  </a:schemeClr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展示人：霍飞烨</a:t>
            </a:r>
            <a:endParaRPr lang="zh-CN" altLang="en-US">
              <a:solidFill>
                <a:schemeClr val="dk1">
                  <a:lumMod val="65000"/>
                  <a:lumOff val="35000"/>
                </a:schemeClr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3886231" y="1252949"/>
            <a:ext cx="4457738" cy="694503"/>
          </a:xfrm>
          <a:prstGeom prst="rect">
            <a:avLst/>
          </a:prstGeom>
          <a:noFill/>
        </p:spPr>
        <p:txBody>
          <a:bodyPr wrap="square" lIns="68580" tIns="34290" rIns="68580" bIns="34290" anchor="ctr">
            <a:normAutofit/>
          </a:bodyPr>
          <a:p>
            <a:pPr algn="ctr">
              <a:lnSpc>
                <a:spcPct val="120000"/>
              </a:lnSpc>
            </a:pPr>
            <a:r>
              <a:rPr lang="zh-CN" altLang="en-US" sz="2700" b="1" spc="600">
                <a:solidFill>
                  <a:schemeClr val="accent1">
                    <a:lumMod val="50000"/>
                  </a:schemeClr>
                </a:solidFill>
                <a:uFillTx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Arial" panose="020B0604020202020204" pitchFamily="34" charset="0"/>
              </a:rPr>
              <a:t>目录</a:t>
            </a:r>
            <a:r>
              <a:rPr lang="en-US" altLang="zh-CN" sz="2700" b="1" spc="600">
                <a:solidFill>
                  <a:schemeClr val="accent1">
                    <a:lumMod val="50000"/>
                  </a:schemeClr>
                </a:solidFill>
                <a:uFillTx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Arial" panose="020B0604020202020204" pitchFamily="34" charset="0"/>
              </a:rPr>
              <a:t>/CONTENT</a:t>
            </a:r>
            <a:endParaRPr lang="en-US" altLang="zh-CN" sz="2700" b="1" spc="600">
              <a:solidFill>
                <a:schemeClr val="accent1">
                  <a:lumMod val="50000"/>
                </a:schemeClr>
              </a:solidFill>
              <a:uFillTx/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Arial" panose="020B0604020202020204" pitchFamily="34" charset="0"/>
            </a:endParaRPr>
          </a:p>
        </p:txBody>
      </p:sp>
      <p:cxnSp>
        <p:nvCxnSpPr>
          <p:cNvPr id="10" name="直接连接符 9"/>
          <p:cNvCxnSpPr>
            <a:endCxn id="33" idx="2"/>
          </p:cNvCxnSpPr>
          <p:nvPr>
            <p:custDataLst>
              <p:tags r:id="rId2"/>
            </p:custDataLst>
          </p:nvPr>
        </p:nvCxnSpPr>
        <p:spPr>
          <a:xfrm flipH="1">
            <a:off x="4792077" y="2414600"/>
            <a:ext cx="6668" cy="256317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>
            <a:off x="4623485" y="2306968"/>
            <a:ext cx="336709" cy="3371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p>
            <a:pPr algn="ctr"/>
            <a:endParaRPr lang="zh-CN" altLang="en-US" sz="1000">
              <a:solidFill>
                <a:schemeClr val="lt1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28" name="椭圆 27"/>
          <p:cNvSpPr/>
          <p:nvPr>
            <p:custDataLst>
              <p:tags r:id="rId4"/>
            </p:custDataLst>
          </p:nvPr>
        </p:nvSpPr>
        <p:spPr>
          <a:xfrm>
            <a:off x="4623485" y="3109925"/>
            <a:ext cx="336709" cy="3371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p>
            <a:pPr algn="ctr"/>
            <a:endParaRPr lang="zh-CN" altLang="en-US" sz="1000">
              <a:solidFill>
                <a:schemeClr val="lt1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30" name="椭圆 29"/>
          <p:cNvSpPr/>
          <p:nvPr>
            <p:custDataLst>
              <p:tags r:id="rId5"/>
            </p:custDataLst>
          </p:nvPr>
        </p:nvSpPr>
        <p:spPr>
          <a:xfrm>
            <a:off x="4623485" y="3886689"/>
            <a:ext cx="336709" cy="3371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p>
            <a:pPr algn="ctr"/>
            <a:endParaRPr lang="zh-CN" altLang="en-US" sz="1000">
              <a:solidFill>
                <a:schemeClr val="lt1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32" name="椭圆 31"/>
          <p:cNvSpPr/>
          <p:nvPr>
            <p:custDataLst>
              <p:tags r:id="rId6"/>
            </p:custDataLst>
          </p:nvPr>
        </p:nvSpPr>
        <p:spPr>
          <a:xfrm>
            <a:off x="4612531" y="4671073"/>
            <a:ext cx="336709" cy="3371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p>
            <a:pPr algn="ctr"/>
            <a:endParaRPr lang="zh-CN" altLang="en-US" sz="1000">
              <a:solidFill>
                <a:schemeClr val="lt1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4638725" y="2336972"/>
            <a:ext cx="328613" cy="277178"/>
          </a:xfrm>
          <a:prstGeom prst="rect">
            <a:avLst/>
          </a:prstGeom>
          <a:noFill/>
        </p:spPr>
        <p:txBody>
          <a:bodyPr wrap="square" rtlCol="0"/>
          <a:p>
            <a:r>
              <a:rPr lang="en-US" altLang="zh-CN" sz="1200" b="1" dirty="0">
                <a:solidFill>
                  <a:schemeClr val="lt1"/>
                </a:solidFill>
                <a:uFillTx/>
                <a:latin typeface="方正粗黑宋简体" panose="02000000000000000000" charset="-122"/>
                <a:ea typeface="方正粗黑宋简体" panose="02000000000000000000" charset="-122"/>
              </a:rPr>
              <a:t>1</a:t>
            </a:r>
            <a:endParaRPr lang="en-US" altLang="zh-CN" sz="1200" b="1" dirty="0">
              <a:solidFill>
                <a:schemeClr val="lt1"/>
              </a:solidFill>
              <a:uFillTx/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4638725" y="3139929"/>
            <a:ext cx="328613" cy="277178"/>
          </a:xfrm>
          <a:prstGeom prst="rect">
            <a:avLst/>
          </a:prstGeom>
          <a:noFill/>
        </p:spPr>
        <p:txBody>
          <a:bodyPr wrap="square" rtlCol="0"/>
          <a:p>
            <a:r>
              <a:rPr lang="en-US" altLang="zh-CN" sz="1200" b="1">
                <a:solidFill>
                  <a:schemeClr val="lt1"/>
                </a:solidFill>
                <a:uFillTx/>
                <a:latin typeface="方正粗黑宋简体" panose="02000000000000000000" charset="-122"/>
                <a:ea typeface="方正粗黑宋简体" panose="02000000000000000000" charset="-122"/>
              </a:rPr>
              <a:t>2</a:t>
            </a:r>
            <a:endParaRPr lang="en-US" altLang="zh-CN" sz="1200" b="1">
              <a:solidFill>
                <a:schemeClr val="lt1"/>
              </a:solidFill>
              <a:uFillTx/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9"/>
            </p:custDataLst>
          </p:nvPr>
        </p:nvSpPr>
        <p:spPr>
          <a:xfrm>
            <a:off x="4638725" y="3916693"/>
            <a:ext cx="328613" cy="277178"/>
          </a:xfrm>
          <a:prstGeom prst="rect">
            <a:avLst/>
          </a:prstGeom>
          <a:noFill/>
        </p:spPr>
        <p:txBody>
          <a:bodyPr wrap="square" rtlCol="0"/>
          <a:p>
            <a:r>
              <a:rPr lang="en-US" altLang="zh-CN" sz="1200" b="1">
                <a:solidFill>
                  <a:schemeClr val="lt1"/>
                </a:solidFill>
                <a:uFillTx/>
                <a:latin typeface="方正粗黑宋简体" panose="02000000000000000000" charset="-122"/>
                <a:ea typeface="方正粗黑宋简体" panose="02000000000000000000" charset="-122"/>
              </a:rPr>
              <a:t>3</a:t>
            </a:r>
            <a:endParaRPr lang="en-US" altLang="zh-CN" sz="1200" b="1">
              <a:solidFill>
                <a:schemeClr val="lt1"/>
              </a:solidFill>
              <a:uFillTx/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4627771" y="4700600"/>
            <a:ext cx="328613" cy="277178"/>
          </a:xfrm>
          <a:prstGeom prst="rect">
            <a:avLst/>
          </a:prstGeom>
          <a:noFill/>
        </p:spPr>
        <p:txBody>
          <a:bodyPr wrap="square" rtlCol="0"/>
          <a:p>
            <a:r>
              <a:rPr lang="en-US" altLang="zh-CN" sz="1200" b="1">
                <a:solidFill>
                  <a:schemeClr val="lt1"/>
                </a:solidFill>
                <a:uFillTx/>
                <a:latin typeface="方正粗黑宋简体" panose="02000000000000000000" charset="-122"/>
                <a:ea typeface="方正粗黑宋简体" panose="02000000000000000000" charset="-122"/>
              </a:rPr>
              <a:t>4</a:t>
            </a:r>
            <a:endParaRPr lang="en-US" altLang="zh-CN" sz="1200" b="1">
              <a:solidFill>
                <a:schemeClr val="lt1"/>
              </a:solidFill>
              <a:uFillTx/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5054967" y="2336972"/>
            <a:ext cx="2562701" cy="277178"/>
          </a:xfrm>
          <a:prstGeom prst="rect">
            <a:avLst/>
          </a:prstGeom>
          <a:noFill/>
        </p:spPr>
        <p:txBody>
          <a:bodyPr wrap="square" rtlCol="0"/>
          <a:p>
            <a:pPr algn="l"/>
            <a:r>
              <a:rPr lang="zh-CN" altLang="en-US" sz="1800" spc="150" dirty="0">
                <a:solidFill>
                  <a:schemeClr val="dk1">
                    <a:lumMod val="75000"/>
                    <a:lumOff val="25000"/>
                  </a:schemeClr>
                </a:solidFill>
                <a:latin typeface="方正粗黑宋简体" panose="02000000000000000000" charset="-122"/>
                <a:ea typeface="方正粗黑宋简体" panose="02000000000000000000" charset="-122"/>
                <a:sym typeface="+mn-ea"/>
              </a:rPr>
              <a:t>项目背景</a:t>
            </a:r>
            <a:endParaRPr lang="zh-CN" altLang="en-US" sz="1800" spc="150" dirty="0">
              <a:solidFill>
                <a:schemeClr val="dk1">
                  <a:lumMod val="75000"/>
                  <a:lumOff val="25000"/>
                </a:schemeClr>
              </a:solidFill>
              <a:latin typeface="方正粗黑宋简体" panose="02000000000000000000" charset="-122"/>
              <a:ea typeface="方正粗黑宋简体" panose="02000000000000000000" charset="-122"/>
              <a:sym typeface="+mn-ea"/>
            </a:endParaRPr>
          </a:p>
        </p:txBody>
      </p: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>
            <a:off x="5054967" y="3139929"/>
            <a:ext cx="2562701" cy="277178"/>
          </a:xfrm>
          <a:prstGeom prst="rect">
            <a:avLst/>
          </a:prstGeom>
          <a:noFill/>
        </p:spPr>
        <p:txBody>
          <a:bodyPr wrap="square" rtlCol="0"/>
          <a:p>
            <a:pPr algn="l"/>
            <a:r>
              <a:rPr lang="zh-CN" altLang="en-US" sz="1800" spc="150" dirty="0">
                <a:solidFill>
                  <a:schemeClr val="dk1">
                    <a:lumMod val="75000"/>
                    <a:lumOff val="25000"/>
                  </a:schemeClr>
                </a:solidFill>
                <a:latin typeface="方正粗黑宋简体" panose="02000000000000000000" charset="-122"/>
                <a:ea typeface="方正粗黑宋简体" panose="02000000000000000000" charset="-122"/>
                <a:sym typeface="+mn-ea"/>
              </a:rPr>
              <a:t>中期回顾</a:t>
            </a:r>
            <a:endParaRPr lang="zh-CN" altLang="en-US" sz="1800" spc="150" dirty="0">
              <a:solidFill>
                <a:schemeClr val="dk1">
                  <a:lumMod val="75000"/>
                  <a:lumOff val="25000"/>
                </a:schemeClr>
              </a:solidFill>
              <a:latin typeface="方正粗黑宋简体" panose="02000000000000000000" charset="-122"/>
              <a:ea typeface="方正粗黑宋简体" panose="02000000000000000000" charset="-122"/>
              <a:sym typeface="+mn-ea"/>
            </a:endParaRPr>
          </a:p>
        </p:txBody>
      </p:sp>
      <p:sp>
        <p:nvSpPr>
          <p:cNvPr id="44" name="文本框 43"/>
          <p:cNvSpPr txBox="1"/>
          <p:nvPr>
            <p:custDataLst>
              <p:tags r:id="rId13"/>
            </p:custDataLst>
          </p:nvPr>
        </p:nvSpPr>
        <p:spPr>
          <a:xfrm>
            <a:off x="5054967" y="3916693"/>
            <a:ext cx="2562701" cy="277178"/>
          </a:xfrm>
          <a:prstGeom prst="rect">
            <a:avLst/>
          </a:prstGeom>
          <a:noFill/>
        </p:spPr>
        <p:txBody>
          <a:bodyPr wrap="square" rtlCol="0"/>
          <a:p>
            <a:pPr algn="l"/>
            <a:r>
              <a:rPr lang="zh-CN" altLang="en-US" sz="1800" spc="150" dirty="0">
                <a:solidFill>
                  <a:schemeClr val="dk1">
                    <a:lumMod val="75000"/>
                    <a:lumOff val="25000"/>
                  </a:schemeClr>
                </a:solidFill>
                <a:latin typeface="方正粗黑宋简体" panose="02000000000000000000" charset="-122"/>
                <a:ea typeface="方正粗黑宋简体" panose="02000000000000000000" charset="-122"/>
                <a:sym typeface="+mn-ea"/>
              </a:rPr>
              <a:t>当前工作</a:t>
            </a:r>
            <a:endParaRPr lang="zh-CN" altLang="en-US" sz="1800" spc="150" dirty="0">
              <a:solidFill>
                <a:schemeClr val="dk1">
                  <a:lumMod val="75000"/>
                  <a:lumOff val="25000"/>
                </a:schemeClr>
              </a:solidFill>
              <a:latin typeface="方正粗黑宋简体" panose="02000000000000000000" charset="-122"/>
              <a:ea typeface="方正粗黑宋简体" panose="02000000000000000000" charset="-122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14"/>
            </p:custDataLst>
          </p:nvPr>
        </p:nvSpPr>
        <p:spPr>
          <a:xfrm>
            <a:off x="5054967" y="4700600"/>
            <a:ext cx="2562701" cy="277178"/>
          </a:xfrm>
          <a:prstGeom prst="rect">
            <a:avLst/>
          </a:prstGeom>
          <a:noFill/>
        </p:spPr>
        <p:txBody>
          <a:bodyPr wrap="square" rtlCol="0"/>
          <a:p>
            <a:pPr algn="l"/>
            <a:r>
              <a:rPr lang="zh-CN" altLang="en-US" sz="1800" spc="150" dirty="0">
                <a:solidFill>
                  <a:schemeClr val="dk1">
                    <a:lumMod val="75000"/>
                    <a:lumOff val="25000"/>
                  </a:schemeClr>
                </a:solidFill>
                <a:latin typeface="方正粗黑宋简体" panose="02000000000000000000" charset="-122"/>
                <a:ea typeface="方正粗黑宋简体" panose="02000000000000000000" charset="-122"/>
                <a:sym typeface="+mn-ea"/>
              </a:rPr>
              <a:t>未来计划</a:t>
            </a:r>
            <a:endParaRPr lang="zh-CN" altLang="en-US" sz="1800" spc="150" dirty="0">
              <a:solidFill>
                <a:schemeClr val="dk1">
                  <a:lumMod val="75000"/>
                  <a:lumOff val="25000"/>
                </a:schemeClr>
              </a:solidFill>
              <a:latin typeface="方正粗黑宋简体" panose="02000000000000000000" charset="-122"/>
              <a:ea typeface="方正粗黑宋简体" panose="02000000000000000000" charset="-122"/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2"/>
          <p:cNvSpPr/>
          <p:nvPr>
            <p:custDataLst>
              <p:tags r:id="rId1"/>
            </p:custDataLst>
          </p:nvPr>
        </p:nvSpPr>
        <p:spPr>
          <a:xfrm>
            <a:off x="4787900" y="2996565"/>
            <a:ext cx="1895475" cy="627380"/>
          </a:xfrm>
          <a:prstGeom prst="rect">
            <a:avLst/>
          </a:prstGeom>
          <a:noFill/>
        </p:spPr>
        <p:txBody>
          <a:bodyPr vert="horz" wrap="square" lIns="101600" tIns="38100" rIns="76200" bIns="38100" rtlCol="0" anchor="b" anchorCtr="0"/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4400" b="1" i="0" u="none" strike="noStrike" kern="1200" cap="none" spc="0" normalizeH="0" baseline="0" noProof="1" dirty="0">
                <a:solidFill>
                  <a:schemeClr val="dk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z="3200"/>
              <a:t>项目背景</a:t>
            </a:r>
            <a:endParaRPr lang="zh-CN" altLang="en-US" sz="3200"/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2411413" y="2474193"/>
            <a:ext cx="1767635" cy="1672591"/>
          </a:xfrm>
          <a:prstGeom prst="rect">
            <a:avLst/>
          </a:prstGeom>
          <a:noFill/>
        </p:spPr>
        <p:txBody>
          <a:bodyPr wrap="square" rtlCol="0" anchor="ctr" anchorCtr="1">
            <a:normAutofit fontScale="90000"/>
          </a:bodyPr>
          <a:p>
            <a:pPr algn="r"/>
            <a:r>
              <a:rPr lang="en-US" altLang="zh-CN" sz="1065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altLang="zh-CN" sz="1065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3"/>
            </p:custDataLst>
          </p:nvPr>
        </p:nvCxnSpPr>
        <p:spPr>
          <a:xfrm>
            <a:off x="4535484" y="3037651"/>
            <a:ext cx="0" cy="614152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11256" y="764641"/>
            <a:ext cx="8280304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 dirty="0">
                <a:solidFill>
                  <a:srgbClr val="0070C0">
                    <a:lumMod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山西省“111”创新工程的标准及专利创制服务体系</a:t>
            </a:r>
            <a:endParaRPr lang="zh-CN" altLang="en-US" sz="27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352440" y="82842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831850" y="1654175"/>
            <a:ext cx="7516495" cy="67183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135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山西省提出“111”创新工程的标准及专利创制服务体系建设方案，以标准化服务助力山西省打造一流创新生态，为实现山西省经济社会高质量转型发展提供标准化支撑：</a:t>
            </a:r>
            <a:endParaRPr lang="zh-CN" altLang="en-US" sz="1350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95020" y="2708910"/>
            <a:ext cx="7553325" cy="352806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11256" y="764641"/>
            <a:ext cx="8280304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</a:t>
            </a:r>
            <a:r>
              <a:rPr lang="en-US" alt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标准</a:t>
            </a:r>
            <a:endParaRPr lang="zh-CN" altLang="en-US" sz="27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352440" y="82842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 rot="10800000" flipV="1">
            <a:off x="611505" y="2764473"/>
            <a:ext cx="2504440" cy="22453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2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每一项专利背后都需要标准的规范，二者的关联关系隐藏在各自的摘要以及各种标签中</a:t>
            </a:r>
            <a:endParaRPr lang="zh-CN" altLang="en-US" sz="2000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4643755" y="2742565"/>
            <a:ext cx="3966844" cy="2335530"/>
            <a:chOff x="4645444" y="2635250"/>
            <a:chExt cx="3090393" cy="1800331"/>
          </a:xfrm>
        </p:grpSpPr>
        <p:sp>
          <p:nvSpPr>
            <p:cNvPr id="6" name="Oval 3"/>
            <p:cNvSpPr/>
            <p:nvPr>
              <p:custDataLst>
                <p:tags r:id="rId5"/>
              </p:custDataLst>
            </p:nvPr>
          </p:nvSpPr>
          <p:spPr>
            <a:xfrm>
              <a:off x="4645444" y="2635250"/>
              <a:ext cx="1798637" cy="1800225"/>
            </a:xfrm>
            <a:prstGeom prst="ellipse">
              <a:avLst/>
            </a:prstGeom>
            <a:solidFill>
              <a:srgbClr val="2683C6"/>
            </a:solidFill>
            <a:ln w="9525">
              <a:noFill/>
            </a:ln>
          </p:spPr>
          <p:txBody>
            <a:bodyPr lIns="67500" tIns="35100" rIns="67500" bIns="35100" anchor="ctr" anchorCtr="0">
              <a:normAutofit/>
            </a:bodyPr>
            <a:lstStyle/>
            <a:p>
              <a:pPr lvl="0" algn="ctr" eaLnBrk="0" hangingPunct="0">
                <a:buFont typeface="Arial" panose="020B0604020202020204" pitchFamily="34" charset="0"/>
                <a:buNone/>
              </a:pPr>
              <a:r>
                <a:rPr lang="zh-CN" altLang="en-US" sz="2800">
                  <a:solidFill>
                    <a:sysClr val="window" lastClr="FFFFFF"/>
                  </a:solidFill>
                  <a:latin typeface="方正粗黑宋简体" panose="02000000000000000000" charset="-122"/>
                  <a:ea typeface="方正粗黑宋简体" panose="02000000000000000000" charset="-122"/>
                </a:rPr>
                <a:t>专利</a:t>
              </a:r>
              <a:endParaRPr lang="zh-CN" altLang="en-US" sz="2800">
                <a:solidFill>
                  <a:sysClr val="window" lastClr="FFFFFF"/>
                </a:solidFill>
                <a:latin typeface="方正粗黑宋简体" panose="02000000000000000000" charset="-122"/>
                <a:ea typeface="方正粗黑宋简体" panose="02000000000000000000" charset="-122"/>
              </a:endParaRPr>
            </a:p>
          </p:txBody>
        </p:sp>
        <p:sp>
          <p:nvSpPr>
            <p:cNvPr id="7" name="Oval 4"/>
            <p:cNvSpPr/>
            <p:nvPr>
              <p:custDataLst>
                <p:tags r:id="rId6"/>
              </p:custDataLst>
            </p:nvPr>
          </p:nvSpPr>
          <p:spPr>
            <a:xfrm>
              <a:off x="5935612" y="2635356"/>
              <a:ext cx="1800225" cy="1800225"/>
            </a:xfrm>
            <a:prstGeom prst="ellipse">
              <a:avLst/>
            </a:prstGeom>
            <a:solidFill>
              <a:srgbClr val="42BA97">
                <a:alpha val="70000"/>
              </a:srgbClr>
            </a:solidFill>
            <a:ln w="9525">
              <a:noFill/>
            </a:ln>
          </p:spPr>
          <p:txBody>
            <a:bodyPr lIns="67500" tIns="35100" rIns="67500" bIns="35100" anchor="ctr" anchorCtr="0">
              <a:normAutofit/>
            </a:bodyPr>
            <a:lstStyle/>
            <a:p>
              <a:pPr lvl="0" algn="ctr" eaLnBrk="0" hangingPunct="0">
                <a:buFont typeface="Arial" panose="020B0604020202020204" pitchFamily="34" charset="0"/>
                <a:buNone/>
              </a:pPr>
              <a:r>
                <a:rPr lang="zh-CN" altLang="en-US" sz="2800">
                  <a:solidFill>
                    <a:sysClr val="window" lastClr="FFFFFF"/>
                  </a:solidFill>
                  <a:latin typeface="方正粗黑宋简体" panose="02000000000000000000" charset="-122"/>
                  <a:ea typeface="方正粗黑宋简体" panose="02000000000000000000" charset="-122"/>
                </a:rPr>
                <a:t>标准</a:t>
              </a:r>
              <a:endParaRPr lang="zh-CN" altLang="en-US" sz="2800">
                <a:solidFill>
                  <a:sysClr val="window" lastClr="FFFFFF"/>
                </a:solidFill>
                <a:latin typeface="方正粗黑宋简体" panose="02000000000000000000" charset="-122"/>
                <a:ea typeface="方正粗黑宋简体" panose="02000000000000000000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6299835" y="3587750"/>
            <a:ext cx="640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标题</a:t>
            </a:r>
            <a:endParaRPr lang="zh-CN" altLang="en-US">
              <a:solidFill>
                <a:schemeClr val="bg1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  <a:p>
            <a:r>
              <a:rPr lang="zh-CN" altLang="en-US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摘要</a:t>
            </a:r>
            <a:endParaRPr lang="zh-CN" altLang="en-US">
              <a:solidFill>
                <a:schemeClr val="bg1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3419475" y="3644900"/>
            <a:ext cx="979170" cy="485775"/>
          </a:xfrm>
          <a:prstGeom prst="rightArrow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350">
              <a:cs typeface="微软雅黑" panose="020B050302020402020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67360" y="1129983"/>
            <a:ext cx="8354060" cy="51447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0">
              <a:lnSpc>
                <a:spcPct val="140000"/>
              </a:lnSpc>
            </a:pPr>
            <a:endParaRPr lang="zh-CN" altLang="en-US" sz="18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r>
              <a:rPr lang="zh-CN" altLang="en-US" sz="18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CN202020233323.6</a:t>
            </a:r>
            <a:r>
              <a:rPr lang="zh-CN" altLang="en-US" sz="135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：</a:t>
            </a:r>
            <a:endParaRPr lang="zh-CN" altLang="en-US" sz="135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endParaRPr lang="zh-CN" altLang="en-US" sz="135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一种加油机冷却装置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本实用新型公开了一种加油机冷却装置，包括基座，基座的顶端安装有外壳体，且外壳体的顶端安装有横板，外壳体内部的中间位置处设置有真空层，且真空层的一侧设置有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碳钢加固层</a:t>
            </a:r>
            <a:r>
              <a: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，真空层远离碳钢加固层的一侧设置有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防静电层</a:t>
            </a:r>
            <a:r>
              <a: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，横板底端的外壳体内部安装有内壳体，且内壳体内部的顶端安装有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温度传感器</a:t>
            </a:r>
            <a:r>
              <a: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，横板的顶端安装有水箱，且水箱内部底端的一端安装有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水泵</a:t>
            </a:r>
            <a:r>
              <a: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，水泵的输出端安装有贯穿横板底端的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进水管</a:t>
            </a:r>
            <a:r>
              <a: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，且进水管的底端安装有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散热管</a:t>
            </a:r>
            <a:r>
              <a: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，本实用新型通过安装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搅拌叶</a:t>
            </a:r>
            <a:r>
              <a: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、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冷凝器</a:t>
            </a:r>
            <a:r>
              <a: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、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驱动电机</a:t>
            </a:r>
            <a:r>
              <a: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和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转轴</a:t>
            </a:r>
            <a:r>
              <a: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，利用冷凝器对水体进行制冷，同时利用驱动电机通过转轴带动搅拌叶进行转动，通过搅拌叶对水源进行搅拌，便于水源快速流动，方便水源均匀降温。</a:t>
            </a:r>
            <a:endParaRPr lang="zh-CN" altLang="en-US" sz="1600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539750" y="764540"/>
            <a:ext cx="33464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举个例子</a:t>
            </a:r>
            <a:r>
              <a:rPr lang="en-US" alt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专利</a:t>
            </a:r>
            <a:endParaRPr lang="zh-CN" altLang="en-US" sz="27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381015" y="82842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67360" y="1129983"/>
            <a:ext cx="8354060" cy="51447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0">
              <a:lnSpc>
                <a:spcPct val="140000"/>
              </a:lnSpc>
            </a:pPr>
            <a:endParaRPr lang="zh-CN" altLang="en-US" sz="18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r>
              <a:rPr lang="zh-CN" altLang="en-US" sz="1800" b="1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CN202020233323.6</a:t>
            </a:r>
            <a:r>
              <a:rPr lang="zh-CN" altLang="en-US" sz="1350" b="1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：</a:t>
            </a:r>
            <a:endParaRPr lang="zh-CN" altLang="en-US" sz="1350" b="1" dirty="0">
              <a:noFill/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endParaRPr lang="zh-CN" altLang="en-US" sz="1350" dirty="0">
              <a:noFill/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r>
              <a:rPr lang="zh-CN" altLang="en-US" sz="24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一种加油机冷却装置</a:t>
            </a:r>
            <a:endParaRPr lang="zh-CN" altLang="en-US" sz="2400" dirty="0">
              <a:noFill/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本实用新型公开了一种加油机冷却装置，包括基座，基座的顶端安装有外壳体，且外壳体的顶端安装有横板，外壳体内部的中间位置处设置有真空层，且真空层的一侧设置有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碳钢加固层</a:t>
            </a:r>
            <a:r>
              <a:rPr lang="zh-CN" altLang="en-US" sz="16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，真空层远离碳钢加固层的一侧设置有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防静电层</a:t>
            </a:r>
            <a:r>
              <a:rPr lang="zh-CN" altLang="en-US" sz="16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，横板底端的外壳体内部安装有内壳体，且内壳体内部的顶端安装有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温度传感器</a:t>
            </a:r>
            <a:r>
              <a:rPr lang="zh-CN" altLang="en-US" sz="16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，横板的顶端安装有水箱，且水箱内部底端的一端安装有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水泵</a:t>
            </a:r>
            <a:r>
              <a:rPr lang="zh-CN" altLang="en-US" sz="16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，水泵的输出端安装有贯穿横板底端的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进水管</a:t>
            </a:r>
            <a:r>
              <a:rPr lang="zh-CN" altLang="en-US" sz="16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，且进水管的底端安装有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散热管</a:t>
            </a:r>
            <a:r>
              <a:rPr lang="zh-CN" altLang="en-US" sz="16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，本实用新型通过安装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搅拌叶</a:t>
            </a:r>
            <a:r>
              <a: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、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冷凝器</a:t>
            </a:r>
            <a:r>
              <a: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、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驱动电机</a:t>
            </a:r>
            <a:r>
              <a:rPr lang="zh-CN" altLang="en-US" sz="16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和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转轴</a:t>
            </a:r>
            <a:r>
              <a:rPr lang="zh-CN" altLang="en-US" sz="16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，利用冷凝器对水体进行制冷，同时利用驱动电机通过转轴带动搅拌叶进行转动，通过搅拌叶对水源进行搅拌，便于水源快速流动，方便水源均匀降温。</a:t>
            </a:r>
            <a:endParaRPr lang="zh-CN" altLang="en-US" sz="1600" dirty="0">
              <a:noFill/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539750" y="764540"/>
            <a:ext cx="33464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举个例子</a:t>
            </a:r>
            <a:r>
              <a:rPr lang="en-US" alt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专利</a:t>
            </a:r>
            <a:endParaRPr lang="zh-CN" altLang="en-US" sz="27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381015" y="82842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67360" y="2064068"/>
            <a:ext cx="8354060" cy="32766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0">
              <a:lnSpc>
                <a:spcPct val="140000"/>
              </a:lnSpc>
            </a:pPr>
            <a:r>
              <a:rPr lang="zh-CN" altLang="en-US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CJ/T 433-2013：</a:t>
            </a:r>
            <a:br>
              <a:rPr lang="zh-CN" altLang="en-US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</a:br>
            <a:endParaRPr lang="zh-CN" altLang="en-US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r>
              <a:rPr lang="zh-CN" altLang="en-US" sz="2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压接式碳钢连接管材及管件</a:t>
            </a:r>
            <a:endParaRPr lang="zh-CN" altLang="en-US" sz="2400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endParaRPr lang="zh-CN" altLang="en-US" sz="2400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本标准规定了压接式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碳钢连接管材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及管件（以下简称钢管、管件）的规格尺寸、材料、要求、试验方法、检验规则、标志、包装、运输和贮存。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  本标准适用于公称尺寸不大于100 mm、公称压力不大于1.6 MPa的非饮用冷热水、消防供水、排水、空调水、燃气、供暖、压缩空气及穿线管等的设计、制造和验收。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539750" y="764540"/>
            <a:ext cx="33464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举个例子</a:t>
            </a:r>
            <a:r>
              <a:rPr lang="en-US" alt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标准</a:t>
            </a:r>
            <a:endParaRPr lang="zh-CN" altLang="en-US" sz="27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381015" y="82842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67360" y="2064068"/>
            <a:ext cx="8354060" cy="32766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0">
              <a:lnSpc>
                <a:spcPct val="140000"/>
              </a:lnSpc>
            </a:pPr>
            <a:r>
              <a:rPr lang="zh-CN" altLang="en-US" b="1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C</a:t>
            </a:r>
            <a:r>
              <a:rPr lang="zh-CN" altLang="en-US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J/T 433-2013：</a:t>
            </a:r>
            <a:br>
              <a:rPr lang="zh-CN" altLang="en-US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</a:br>
            <a:endParaRPr lang="zh-CN" altLang="en-US" dirty="0">
              <a:noFill/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r>
              <a:rPr lang="zh-CN" altLang="en-US" sz="24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压接式碳钢连接管材及管件</a:t>
            </a:r>
            <a:endParaRPr lang="zh-CN" altLang="en-US" sz="2400" dirty="0">
              <a:noFill/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endParaRPr lang="zh-CN" altLang="en-US" sz="2400" dirty="0">
              <a:noFill/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r>
              <a:rPr lang="zh-CN" altLang="en-US" sz="16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本标准规定了压接式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碳钢连接管材</a:t>
            </a:r>
            <a:r>
              <a:rPr lang="zh-CN" altLang="en-US" sz="16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及管件（以下简称钢管、管件）的规格尺寸、材料、要求、试验方法、检验规则、标志、包装、运输和贮存。</a:t>
            </a:r>
            <a:endParaRPr lang="zh-CN" altLang="en-US" sz="1600" dirty="0">
              <a:noFill/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r>
              <a:rPr lang="zh-CN" altLang="en-US" sz="16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  本标准适用于公称尺寸不大于100 mm、公称压力不大于1.6 MPa的非饮用冷热水、消防供水、排水、空调水、燃气、供暖、压缩空气及穿线管等的设计、制</a:t>
            </a:r>
            <a:r>
              <a:rPr lang="zh-CN" altLang="en-US" sz="1600" b="1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造和验收。</a:t>
            </a:r>
            <a:endParaRPr lang="zh-CN" altLang="en-US" sz="1600" b="1" dirty="0">
              <a:noFill/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539750" y="764540"/>
            <a:ext cx="33464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举个例子</a:t>
            </a:r>
            <a:r>
              <a:rPr lang="en-US" alt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标准</a:t>
            </a:r>
            <a:endParaRPr lang="zh-CN" altLang="en-US" sz="27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381015" y="82842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67360" y="2408238"/>
            <a:ext cx="8354060" cy="25882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0">
              <a:lnSpc>
                <a:spcPct val="140000"/>
              </a:lnSpc>
            </a:pPr>
            <a:r>
              <a:rPr lang="zh-CN" altLang="en-US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GSO IEC 60747-14-5-2015：</a:t>
            </a:r>
            <a:br>
              <a:rPr lang="zh-CN" altLang="en-US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</a:br>
            <a:endParaRPr lang="zh-CN" altLang="en-US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r>
              <a:rPr lang="zh-CN" altLang="en-US" sz="2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半导体传感器 - PN结半导体温度传感器</a:t>
            </a:r>
            <a:endParaRPr lang="zh-CN" altLang="en-US" sz="2400" b="1" dirty="0"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本标准适用于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半导体PN结温度传感器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，并定义了可用于确定PN结温度传感器半导体类型特性的术语，定义，符号，基本额定值，特性和测试方法。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539750" y="764540"/>
            <a:ext cx="33464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举个例子</a:t>
            </a:r>
            <a:r>
              <a:rPr lang="en-US" alt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标准</a:t>
            </a:r>
            <a:endParaRPr lang="zh-CN" altLang="en-US" sz="27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381015" y="82842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67360" y="2408238"/>
            <a:ext cx="8354060" cy="25882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0">
              <a:lnSpc>
                <a:spcPct val="140000"/>
              </a:lnSpc>
            </a:pPr>
            <a:r>
              <a:rPr lang="zh-CN" altLang="en-US" b="1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GSO IEC 60747-14-5-2015：</a:t>
            </a:r>
            <a:br>
              <a:rPr lang="zh-CN" altLang="en-US" b="1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</a:br>
            <a:endParaRPr lang="zh-CN" altLang="en-US" b="1" dirty="0">
              <a:noFill/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r>
              <a:rPr lang="zh-CN" altLang="en-US" sz="2400" b="1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半导体</a:t>
            </a:r>
            <a:r>
              <a:rPr lang="zh-CN" altLang="en-US" sz="24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传感器 - PN结半导体温度传感器</a:t>
            </a:r>
            <a:endParaRPr lang="zh-CN" altLang="en-US" sz="2400" dirty="0">
              <a:noFill/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endParaRPr lang="zh-CN" altLang="en-US" sz="2400" dirty="0">
              <a:noFill/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lvl="0">
              <a:lnSpc>
                <a:spcPct val="140000"/>
              </a:lnSpc>
            </a:pPr>
            <a:r>
              <a:rPr lang="zh-CN" altLang="en-US" sz="16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本标准适用于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半导体PN结温度传感器</a:t>
            </a:r>
            <a:r>
              <a:rPr lang="zh-CN" altLang="en-US" sz="1600" dirty="0">
                <a:noFill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，并定义了可用于确定PN结温度传感器半导体类型特性的术语，定义，符号，基本额定值，特性和测试方法。</a:t>
            </a:r>
            <a:endParaRPr lang="zh-CN" altLang="en-US" sz="1600" dirty="0">
              <a:noFill/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539750" y="764540"/>
            <a:ext cx="33464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举个例子</a:t>
            </a:r>
            <a:r>
              <a:rPr lang="en-US" alt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标准</a:t>
            </a:r>
            <a:endParaRPr lang="zh-CN" altLang="en-US" sz="27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381015" y="82842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539750" y="764540"/>
            <a:ext cx="33464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举个例子</a:t>
            </a:r>
            <a:r>
              <a:rPr lang="en-US" altLang="zh-CN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lang="zh-CN" altLang="en-US" sz="27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381015" y="82842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26" name="任意多边形 25"/>
          <p:cNvSpPr/>
          <p:nvPr>
            <p:custDataLst>
              <p:tags r:id="rId3"/>
            </p:custDataLst>
          </p:nvPr>
        </p:nvSpPr>
        <p:spPr>
          <a:xfrm>
            <a:off x="2890937" y="3256078"/>
            <a:ext cx="930484" cy="930484"/>
          </a:xfrm>
          <a:custGeom>
            <a:avLst/>
            <a:gdLst>
              <a:gd name="connsiteX0" fmla="*/ 0 w 1240645"/>
              <a:gd name="connsiteY0" fmla="*/ 620323 h 1240645"/>
              <a:gd name="connsiteX1" fmla="*/ 620323 w 1240645"/>
              <a:gd name="connsiteY1" fmla="*/ 0 h 1240645"/>
              <a:gd name="connsiteX2" fmla="*/ 1240646 w 1240645"/>
              <a:gd name="connsiteY2" fmla="*/ 620323 h 1240645"/>
              <a:gd name="connsiteX3" fmla="*/ 620323 w 1240645"/>
              <a:gd name="connsiteY3" fmla="*/ 1240646 h 1240645"/>
              <a:gd name="connsiteX4" fmla="*/ 0 w 1240645"/>
              <a:gd name="connsiteY4" fmla="*/ 620323 h 124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0645" h="1240645">
                <a:moveTo>
                  <a:pt x="0" y="620323"/>
                </a:moveTo>
                <a:cubicBezTo>
                  <a:pt x="0" y="277728"/>
                  <a:pt x="277728" y="0"/>
                  <a:pt x="620323" y="0"/>
                </a:cubicBezTo>
                <a:cubicBezTo>
                  <a:pt x="962918" y="0"/>
                  <a:pt x="1240646" y="277728"/>
                  <a:pt x="1240646" y="620323"/>
                </a:cubicBezTo>
                <a:cubicBezTo>
                  <a:pt x="1240646" y="962918"/>
                  <a:pt x="962918" y="1240646"/>
                  <a:pt x="620323" y="1240646"/>
                </a:cubicBezTo>
                <a:cubicBezTo>
                  <a:pt x="277728" y="1240646"/>
                  <a:pt x="0" y="962918"/>
                  <a:pt x="0" y="620323"/>
                </a:cubicBezTo>
                <a:close/>
              </a:path>
            </a:pathLst>
          </a:custGeom>
          <a:solidFill>
            <a:srgbClr val="F0503F"/>
          </a:solidFill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crgbClr r="0" g="0" b="0"/>
          </a:fillRef>
          <a:effectRef idx="0">
            <a:srgbClr val="3E5161"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67500" tIns="35100" rIns="67500" bIns="35100" numCol="1" spcCol="1270" anchor="ctr" anchorCtr="0">
            <a:norm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800" b="1" i="0" kern="1200" cap="all" baseline="0">
                <a:solidFill>
                  <a:srgbClr val="FFFFFF"/>
                </a:solidFill>
                <a:sym typeface="Arial" panose="020B0604020202020204" pitchFamily="34" charset="0"/>
              </a:rPr>
              <a:t>专利</a:t>
            </a:r>
            <a:endParaRPr lang="zh-CN" altLang="en-US" sz="1800" b="1" i="0" kern="1200" cap="all" baseline="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4"/>
            </p:custDataLst>
          </p:nvPr>
        </p:nvSpPr>
        <p:spPr>
          <a:xfrm>
            <a:off x="5851144" y="2728910"/>
            <a:ext cx="2182765" cy="290188"/>
          </a:xfrm>
          <a:prstGeom prst="rect">
            <a:avLst/>
          </a:prstGeom>
          <a:noFill/>
        </p:spPr>
        <p:txBody>
          <a:bodyPr vert="horz" wrap="square" lIns="67500" tIns="35100" rIns="67500" bIns="35100" rtlCol="0" anchor="ctr" anchorCtr="0">
            <a:normAutofit/>
          </a:bodyPr>
          <a:lstStyle/>
          <a:p>
            <a:r>
              <a:rPr lang="zh-CN" altLang="en-US" sz="105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CJ/T 433-2013</a:t>
            </a:r>
            <a:endParaRPr lang="en-US" altLang="zh-TW" sz="1050" b="1" spc="15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5"/>
            </p:custDataLst>
          </p:nvPr>
        </p:nvSpPr>
        <p:spPr>
          <a:xfrm>
            <a:off x="5850890" y="3013075"/>
            <a:ext cx="2632075" cy="584200"/>
          </a:xfrm>
          <a:prstGeom prst="rect">
            <a:avLst/>
          </a:prstGeom>
          <a:noFill/>
        </p:spPr>
        <p:txBody>
          <a:bodyPr vert="horz" wrap="square" lIns="67500" tIns="35100" rIns="67500" bIns="35100" rtlCol="0"/>
          <a:lstStyle/>
          <a:p>
            <a:r>
              <a:rPr lang="zh-CN" altLang="en-US" sz="1600" dirty="0">
                <a:latin typeface="方正粗黑宋简体" panose="02000000000000000000" charset="-122"/>
                <a:ea typeface="方正粗黑宋简体" panose="02000000000000000000" charset="-122"/>
                <a:sym typeface="+mn-ea"/>
              </a:rPr>
              <a:t>压接式碳钢连接管材及管件</a:t>
            </a:r>
            <a:endParaRPr lang="zh-CN" altLang="en-US" sz="1600" dirty="0">
              <a:solidFill>
                <a:srgbClr val="000000"/>
              </a:solidFill>
              <a:latin typeface="方正粗黑宋简体" panose="02000000000000000000" charset="-122"/>
              <a:ea typeface="方正粗黑宋简体" panose="02000000000000000000" charset="-122"/>
              <a:sym typeface="+mn-ea"/>
            </a:endParaRPr>
          </a:p>
        </p:txBody>
      </p:sp>
      <p:cxnSp>
        <p:nvCxnSpPr>
          <p:cNvPr id="36" name="直接连接符 35"/>
          <p:cNvCxnSpPr/>
          <p:nvPr>
            <p:custDataLst>
              <p:tags r:id="rId6"/>
            </p:custDataLst>
          </p:nvPr>
        </p:nvCxnSpPr>
        <p:spPr>
          <a:xfrm>
            <a:off x="5850890" y="3018790"/>
            <a:ext cx="2526665" cy="6985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rgbClr val="3E5161"/>
          </a:lnRef>
          <a:fillRef idx="0">
            <a:srgbClr val="3E5161"/>
          </a:fillRef>
          <a:effectRef idx="0">
            <a:srgbClr val="3E5161"/>
          </a:effectRef>
          <a:fontRef idx="minor">
            <a:sysClr val="windowText" lastClr="000000"/>
          </a:fontRef>
        </p:style>
      </p:cxnSp>
      <p:sp>
        <p:nvSpPr>
          <p:cNvPr id="28" name="任意多边形 27"/>
          <p:cNvSpPr/>
          <p:nvPr>
            <p:custDataLst>
              <p:tags r:id="rId7"/>
            </p:custDataLst>
          </p:nvPr>
        </p:nvSpPr>
        <p:spPr>
          <a:xfrm>
            <a:off x="4610817" y="2685610"/>
            <a:ext cx="883960" cy="707168"/>
          </a:xfrm>
          <a:custGeom>
            <a:avLst/>
            <a:gdLst>
              <a:gd name="connsiteX0" fmla="*/ 0 w 1178613"/>
              <a:gd name="connsiteY0" fmla="*/ 94289 h 942890"/>
              <a:gd name="connsiteX1" fmla="*/ 94289 w 1178613"/>
              <a:gd name="connsiteY1" fmla="*/ 0 h 942890"/>
              <a:gd name="connsiteX2" fmla="*/ 1084324 w 1178613"/>
              <a:gd name="connsiteY2" fmla="*/ 0 h 942890"/>
              <a:gd name="connsiteX3" fmla="*/ 1178613 w 1178613"/>
              <a:gd name="connsiteY3" fmla="*/ 94289 h 942890"/>
              <a:gd name="connsiteX4" fmla="*/ 1178613 w 1178613"/>
              <a:gd name="connsiteY4" fmla="*/ 848601 h 942890"/>
              <a:gd name="connsiteX5" fmla="*/ 1084324 w 1178613"/>
              <a:gd name="connsiteY5" fmla="*/ 942890 h 942890"/>
              <a:gd name="connsiteX6" fmla="*/ 94289 w 1178613"/>
              <a:gd name="connsiteY6" fmla="*/ 942890 h 942890"/>
              <a:gd name="connsiteX7" fmla="*/ 0 w 1178613"/>
              <a:gd name="connsiteY7" fmla="*/ 848601 h 942890"/>
              <a:gd name="connsiteX8" fmla="*/ 0 w 1178613"/>
              <a:gd name="connsiteY8" fmla="*/ 94289 h 942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8613" h="942890">
                <a:moveTo>
                  <a:pt x="0" y="94289"/>
                </a:moveTo>
                <a:cubicBezTo>
                  <a:pt x="0" y="42215"/>
                  <a:pt x="42215" y="0"/>
                  <a:pt x="94289" y="0"/>
                </a:cubicBezTo>
                <a:lnTo>
                  <a:pt x="1084324" y="0"/>
                </a:lnTo>
                <a:cubicBezTo>
                  <a:pt x="1136398" y="0"/>
                  <a:pt x="1178613" y="42215"/>
                  <a:pt x="1178613" y="94289"/>
                </a:cubicBezTo>
                <a:lnTo>
                  <a:pt x="1178613" y="848601"/>
                </a:lnTo>
                <a:cubicBezTo>
                  <a:pt x="1178613" y="900675"/>
                  <a:pt x="1136398" y="942890"/>
                  <a:pt x="1084324" y="942890"/>
                </a:cubicBezTo>
                <a:lnTo>
                  <a:pt x="94289" y="942890"/>
                </a:lnTo>
                <a:cubicBezTo>
                  <a:pt x="42215" y="942890"/>
                  <a:pt x="0" y="900675"/>
                  <a:pt x="0" y="848601"/>
                </a:cubicBezTo>
                <a:lnTo>
                  <a:pt x="0" y="94289"/>
                </a:lnTo>
                <a:close/>
              </a:path>
            </a:pathLst>
          </a:custGeom>
          <a:solidFill>
            <a:srgbClr val="3E5161"/>
          </a:solidFill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crgbClr r="0" g="0" b="0"/>
          </a:fillRef>
          <a:effectRef idx="0">
            <a:srgbClr val="3E5161"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67500" tIns="35100" rIns="67500" bIns="35100" numCol="1" spcCol="1270" anchor="ctr" anchorCtr="0">
            <a:norm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800" b="1" i="0" kern="1200" cap="all" baseline="0">
                <a:solidFill>
                  <a:srgbClr val="FFFFFF"/>
                </a:solidFill>
                <a:sym typeface="Arial" panose="020B0604020202020204" pitchFamily="34" charset="0"/>
              </a:rPr>
              <a:t>标准</a:t>
            </a:r>
            <a:r>
              <a:rPr lang="en-US" altLang="zh-CN" sz="1800" b="1" i="0" kern="1200" cap="all" baseline="0">
                <a:solidFill>
                  <a:srgbClr val="FFFFFF"/>
                </a:solidFill>
                <a:sym typeface="Arial" panose="020B0604020202020204" pitchFamily="34" charset="0"/>
              </a:rPr>
              <a:t>A</a:t>
            </a:r>
            <a:endParaRPr lang="en-US" altLang="zh-CN" sz="1800" b="1" i="0" kern="1200" cap="all" baseline="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5851144" y="4028246"/>
            <a:ext cx="2182765" cy="290188"/>
          </a:xfrm>
          <a:prstGeom prst="rect">
            <a:avLst/>
          </a:prstGeom>
          <a:noFill/>
        </p:spPr>
        <p:txBody>
          <a:bodyPr vert="horz" wrap="square" lIns="67500" tIns="35100" rIns="67500" bIns="35100" rtlCol="0" anchor="ctr" anchorCtr="0">
            <a:normAutofit/>
          </a:bodyPr>
          <a:lstStyle/>
          <a:p>
            <a:r>
              <a:rPr lang="zh-CN" altLang="en-US" sz="105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GSO IEC 60747-14-5-2015</a:t>
            </a:r>
            <a:endParaRPr lang="en-US" altLang="zh-TW" sz="1050" b="1" spc="15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5850890" y="4312285"/>
            <a:ext cx="2479675" cy="584200"/>
          </a:xfrm>
          <a:prstGeom prst="rect">
            <a:avLst/>
          </a:prstGeom>
          <a:noFill/>
        </p:spPr>
        <p:txBody>
          <a:bodyPr vert="horz" wrap="square" lIns="67500" tIns="35100" rIns="67500" bIns="35100" rtlCol="0"/>
          <a:lstStyle/>
          <a:p>
            <a:r>
              <a:rPr lang="zh-CN" altLang="en-US" sz="1600" dirty="0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PN结半导体温度传感器</a:t>
            </a:r>
            <a:endParaRPr lang="zh-CN" altLang="en-US" sz="1600" dirty="0">
              <a:solidFill>
                <a:srgbClr val="000000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+mn-ea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10"/>
            </p:custDataLst>
          </p:nvPr>
        </p:nvCxnSpPr>
        <p:spPr>
          <a:xfrm>
            <a:off x="5850890" y="4318635"/>
            <a:ext cx="2454910" cy="3175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rgbClr val="3E5161"/>
          </a:lnRef>
          <a:fillRef idx="0">
            <a:srgbClr val="3E5161"/>
          </a:fillRef>
          <a:effectRef idx="0">
            <a:srgbClr val="3E5161"/>
          </a:effectRef>
          <a:fontRef idx="minor">
            <a:sysClr val="windowText" lastClr="000000"/>
          </a:fontRef>
        </p:style>
      </p:cxnSp>
      <p:sp>
        <p:nvSpPr>
          <p:cNvPr id="30" name="任意多边形 29"/>
          <p:cNvSpPr/>
          <p:nvPr>
            <p:custDataLst>
              <p:tags r:id="rId11"/>
            </p:custDataLst>
          </p:nvPr>
        </p:nvSpPr>
        <p:spPr>
          <a:xfrm>
            <a:off x="4610817" y="3984910"/>
            <a:ext cx="883960" cy="707168"/>
          </a:xfrm>
          <a:custGeom>
            <a:avLst/>
            <a:gdLst>
              <a:gd name="connsiteX0" fmla="*/ 0 w 1178613"/>
              <a:gd name="connsiteY0" fmla="*/ 94289 h 942890"/>
              <a:gd name="connsiteX1" fmla="*/ 94289 w 1178613"/>
              <a:gd name="connsiteY1" fmla="*/ 0 h 942890"/>
              <a:gd name="connsiteX2" fmla="*/ 1084324 w 1178613"/>
              <a:gd name="connsiteY2" fmla="*/ 0 h 942890"/>
              <a:gd name="connsiteX3" fmla="*/ 1178613 w 1178613"/>
              <a:gd name="connsiteY3" fmla="*/ 94289 h 942890"/>
              <a:gd name="connsiteX4" fmla="*/ 1178613 w 1178613"/>
              <a:gd name="connsiteY4" fmla="*/ 848601 h 942890"/>
              <a:gd name="connsiteX5" fmla="*/ 1084324 w 1178613"/>
              <a:gd name="connsiteY5" fmla="*/ 942890 h 942890"/>
              <a:gd name="connsiteX6" fmla="*/ 94289 w 1178613"/>
              <a:gd name="connsiteY6" fmla="*/ 942890 h 942890"/>
              <a:gd name="connsiteX7" fmla="*/ 0 w 1178613"/>
              <a:gd name="connsiteY7" fmla="*/ 848601 h 942890"/>
              <a:gd name="connsiteX8" fmla="*/ 0 w 1178613"/>
              <a:gd name="connsiteY8" fmla="*/ 94289 h 942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8613" h="942890">
                <a:moveTo>
                  <a:pt x="0" y="94289"/>
                </a:moveTo>
                <a:cubicBezTo>
                  <a:pt x="0" y="42215"/>
                  <a:pt x="42215" y="0"/>
                  <a:pt x="94289" y="0"/>
                </a:cubicBezTo>
                <a:lnTo>
                  <a:pt x="1084324" y="0"/>
                </a:lnTo>
                <a:cubicBezTo>
                  <a:pt x="1136398" y="0"/>
                  <a:pt x="1178613" y="42215"/>
                  <a:pt x="1178613" y="94289"/>
                </a:cubicBezTo>
                <a:lnTo>
                  <a:pt x="1178613" y="848601"/>
                </a:lnTo>
                <a:cubicBezTo>
                  <a:pt x="1178613" y="900675"/>
                  <a:pt x="1136398" y="942890"/>
                  <a:pt x="1084324" y="942890"/>
                </a:cubicBezTo>
                <a:lnTo>
                  <a:pt x="94289" y="942890"/>
                </a:lnTo>
                <a:cubicBezTo>
                  <a:pt x="42215" y="942890"/>
                  <a:pt x="0" y="900675"/>
                  <a:pt x="0" y="848601"/>
                </a:cubicBezTo>
                <a:lnTo>
                  <a:pt x="0" y="94289"/>
                </a:lnTo>
                <a:close/>
              </a:path>
            </a:pathLst>
          </a:custGeom>
          <a:solidFill>
            <a:srgbClr val="5BC5ED"/>
          </a:solidFill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crgbClr r="0" g="0" b="0"/>
          </a:fillRef>
          <a:effectRef idx="0">
            <a:srgbClr val="3E5161"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67500" tIns="35100" rIns="67500" bIns="35100" numCol="1" spcCol="1270" anchor="ctr" anchorCtr="0">
            <a:norm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800" b="1" i="0" kern="1200" cap="all" baseline="0">
                <a:solidFill>
                  <a:srgbClr val="FFFFFF"/>
                </a:solidFill>
                <a:sym typeface="Arial" panose="020B0604020202020204" pitchFamily="34" charset="0"/>
              </a:rPr>
              <a:t>标准</a:t>
            </a:r>
            <a:r>
              <a:rPr lang="en-US" altLang="zh-CN" sz="1800" b="1" i="0" kern="1200" cap="all" baseline="0">
                <a:solidFill>
                  <a:srgbClr val="FFFFFF"/>
                </a:solidFill>
                <a:sym typeface="Arial" panose="020B0604020202020204" pitchFamily="34" charset="0"/>
              </a:rPr>
              <a:t>B</a:t>
            </a:r>
            <a:endParaRPr lang="en-US" altLang="zh-CN" sz="1800" b="1" i="0" kern="1200" cap="all" baseline="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cxnSp>
        <p:nvCxnSpPr>
          <p:cNvPr id="3" name="直接箭头连接符 2"/>
          <p:cNvCxnSpPr/>
          <p:nvPr>
            <p:custDataLst>
              <p:tags r:id="rId12"/>
            </p:custDataLst>
          </p:nvPr>
        </p:nvCxnSpPr>
        <p:spPr>
          <a:xfrm flipH="1">
            <a:off x="3870614" y="3019098"/>
            <a:ext cx="618044" cy="57856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rgbClr val="3E5161"/>
          </a:lnRef>
          <a:fillRef idx="0">
            <a:srgbClr val="3E5161"/>
          </a:fillRef>
          <a:effectRef idx="0">
            <a:srgbClr val="3E5161"/>
          </a:effectRef>
          <a:fontRef idx="minor">
            <a:sysClr val="windowText" lastClr="000000"/>
          </a:fontRef>
        </p:style>
      </p:cxnSp>
      <p:cxnSp>
        <p:nvCxnSpPr>
          <p:cNvPr id="9" name="直接箭头连接符 8"/>
          <p:cNvCxnSpPr/>
          <p:nvPr>
            <p:custDataLst>
              <p:tags r:id="rId13"/>
            </p:custDataLst>
          </p:nvPr>
        </p:nvCxnSpPr>
        <p:spPr>
          <a:xfrm flipH="1" flipV="1">
            <a:off x="3870614" y="3882852"/>
            <a:ext cx="618044" cy="491839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rgbClr val="3E5161"/>
          </a:lnRef>
          <a:fillRef idx="0">
            <a:srgbClr val="3E5161"/>
          </a:fillRef>
          <a:effectRef idx="0">
            <a:srgbClr val="3E5161"/>
          </a:effectRef>
          <a:fontRef idx="minor">
            <a:sysClr val="windowText" lastClr="000000"/>
          </a:fontRef>
        </p:style>
      </p:cxnSp>
      <p:sp>
        <p:nvSpPr>
          <p:cNvPr id="31" name="文本框 30"/>
          <p:cNvSpPr txBox="1"/>
          <p:nvPr>
            <p:custDataLst>
              <p:tags r:id="rId14"/>
            </p:custDataLst>
          </p:nvPr>
        </p:nvSpPr>
        <p:spPr>
          <a:xfrm>
            <a:off x="1248189" y="3235710"/>
            <a:ext cx="1474473" cy="362233"/>
          </a:xfrm>
          <a:prstGeom prst="rect">
            <a:avLst/>
          </a:prstGeom>
          <a:noFill/>
        </p:spPr>
        <p:txBody>
          <a:bodyPr vert="horz" wrap="square" lIns="67500" tIns="35100" rIns="67500" bIns="35100" rtlCol="0" anchor="ctr" anchorCtr="0">
            <a:normAutofit/>
          </a:bodyPr>
          <a:lstStyle/>
          <a:p>
            <a:pPr algn="r"/>
            <a:r>
              <a:rPr lang="zh-CN" altLang="en-US" sz="105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CN202020233323.6</a:t>
            </a:r>
            <a:endParaRPr lang="en-US" altLang="zh-TW" sz="1050" b="1" spc="150">
              <a:solidFill>
                <a:srgbClr val="5BC5ED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15"/>
            </p:custDataLst>
          </p:nvPr>
        </p:nvSpPr>
        <p:spPr>
          <a:xfrm>
            <a:off x="596900" y="3601720"/>
            <a:ext cx="2116455" cy="747395"/>
          </a:xfrm>
          <a:prstGeom prst="rect">
            <a:avLst/>
          </a:prstGeom>
        </p:spPr>
        <p:txBody>
          <a:bodyPr vert="horz" wrap="square" lIns="67500" tIns="35100" rIns="67500" bIns="35100"/>
          <a:lstStyle>
            <a:defPPr>
              <a:defRPr lang="zh-CN"/>
            </a:defPPr>
            <a:lvl1pPr algn="ctr">
              <a:defRPr>
                <a:solidFill>
                  <a:srgbClr val="3E5161"/>
                </a:solidFill>
              </a:defRPr>
            </a:lvl1pPr>
          </a:lstStyle>
          <a:p>
            <a:pPr algn="r"/>
            <a:r>
              <a:rPr lang="zh-CN" altLang="en-US" sz="1600" dirty="0">
                <a:solidFill>
                  <a:schemeClr val="tx1"/>
                </a:solidFill>
                <a:latin typeface="方正粗黑宋简体" panose="02000000000000000000" charset="-122"/>
                <a:ea typeface="方正粗黑宋简体" panose="02000000000000000000" charset="-122"/>
                <a:sym typeface="+mn-ea"/>
              </a:rPr>
              <a:t>一种加油机冷却装置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方正粗黑宋简体" panose="02000000000000000000" charset="-122"/>
              <a:ea typeface="方正粗黑宋简体" panose="02000000000000000000" charset="-122"/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6"/>
            </p:custDataLst>
          </p:nvPr>
        </p:nvCxnSpPr>
        <p:spPr>
          <a:xfrm>
            <a:off x="745490" y="3573145"/>
            <a:ext cx="1936115" cy="6985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rgbClr val="3E5161"/>
          </a:lnRef>
          <a:fillRef idx="0">
            <a:srgbClr val="3E5161"/>
          </a:fillRef>
          <a:effectRef idx="0">
            <a:srgbClr val="3E5161"/>
          </a:effectRef>
          <a:fontRef idx="minor">
            <a:sysClr val="windowText" lastClr="000000"/>
          </a:fontRef>
        </p:style>
      </p:cxn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2"/>
          <p:cNvSpPr/>
          <p:nvPr>
            <p:custDataLst>
              <p:tags r:id="rId1"/>
            </p:custDataLst>
          </p:nvPr>
        </p:nvSpPr>
        <p:spPr>
          <a:xfrm>
            <a:off x="4787900" y="2996565"/>
            <a:ext cx="1895475" cy="627380"/>
          </a:xfrm>
          <a:prstGeom prst="rect">
            <a:avLst/>
          </a:prstGeom>
          <a:noFill/>
        </p:spPr>
        <p:txBody>
          <a:bodyPr vert="horz" wrap="square" lIns="101600" tIns="38100" rIns="76200" bIns="38100" rtlCol="0" anchor="b" anchorCtr="0"/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4400" b="1" i="0" u="none" strike="noStrike" kern="1200" cap="none" spc="0" normalizeH="0" baseline="0" noProof="1" dirty="0">
                <a:solidFill>
                  <a:schemeClr val="dk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z="3200"/>
              <a:t>中期回顾</a:t>
            </a:r>
            <a:endParaRPr lang="zh-CN" altLang="en-US" sz="3200"/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2411413" y="2474193"/>
            <a:ext cx="1767635" cy="1672591"/>
          </a:xfrm>
          <a:prstGeom prst="rect">
            <a:avLst/>
          </a:prstGeom>
          <a:noFill/>
        </p:spPr>
        <p:txBody>
          <a:bodyPr wrap="square" rtlCol="0" anchor="ctr" anchorCtr="1">
            <a:normAutofit fontScale="90000"/>
          </a:bodyPr>
          <a:p>
            <a:pPr algn="r"/>
            <a:r>
              <a:rPr lang="en-US" altLang="zh-CN" sz="1065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altLang="zh-CN" sz="1065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3"/>
            </p:custDataLst>
          </p:nvPr>
        </p:nvCxnSpPr>
        <p:spPr>
          <a:xfrm>
            <a:off x="4535484" y="3037651"/>
            <a:ext cx="0" cy="614152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398969" y="2270504"/>
            <a:ext cx="3454909" cy="3454909"/>
            <a:chOff x="-1987625" y="1930350"/>
            <a:chExt cx="4680000" cy="4680000"/>
          </a:xfrm>
        </p:grpSpPr>
        <p:sp>
          <p:nvSpPr>
            <p:cNvPr id="3" name="椭圆 2"/>
            <p:cNvSpPr/>
            <p:nvPr>
              <p:custDataLst>
                <p:tags r:id="rId2"/>
              </p:custDataLst>
            </p:nvPr>
          </p:nvSpPr>
          <p:spPr>
            <a:xfrm>
              <a:off x="-134987" y="3782988"/>
              <a:ext cx="974725" cy="974725"/>
            </a:xfrm>
            <a:prstGeom prst="ellipse">
              <a:avLst/>
            </a:prstGeom>
            <a:solidFill>
              <a:srgbClr val="8590CA"/>
            </a:solidFill>
            <a:ln>
              <a:solidFill>
                <a:srgbClr val="79BB8F">
                  <a:lumMod val="10000"/>
                  <a:lumOff val="90000"/>
                  <a:alpha val="69804"/>
                </a:srgbClr>
              </a:solidFill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zh-CN" altLang="en-US" sz="135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" name="椭圆 3"/>
            <p:cNvSpPr/>
            <p:nvPr>
              <p:custDataLst>
                <p:tags r:id="rId3"/>
              </p:custDataLst>
            </p:nvPr>
          </p:nvSpPr>
          <p:spPr>
            <a:xfrm>
              <a:off x="-547625" y="3370350"/>
              <a:ext cx="1800000" cy="1800000"/>
            </a:xfrm>
            <a:prstGeom prst="ellipse">
              <a:avLst/>
            </a:prstGeom>
            <a:noFill/>
            <a:ln w="127000">
              <a:solidFill>
                <a:srgbClr val="79BB8F">
                  <a:lumMod val="10000"/>
                  <a:lumOff val="90000"/>
                  <a:alpha val="69804"/>
                </a:srgbClr>
              </a:solidFill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zh-CN" altLang="en-US" sz="135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5" name="椭圆 4"/>
            <p:cNvSpPr/>
            <p:nvPr>
              <p:custDataLst>
                <p:tags r:id="rId4"/>
              </p:custDataLst>
            </p:nvPr>
          </p:nvSpPr>
          <p:spPr>
            <a:xfrm>
              <a:off x="-907625" y="3010350"/>
              <a:ext cx="2520000" cy="2520000"/>
            </a:xfrm>
            <a:prstGeom prst="ellipse">
              <a:avLst/>
            </a:prstGeom>
            <a:noFill/>
            <a:ln w="127000">
              <a:solidFill>
                <a:srgbClr val="79BB8F">
                  <a:lumMod val="10000"/>
                  <a:lumOff val="90000"/>
                  <a:alpha val="69804"/>
                </a:srgbClr>
              </a:solidFill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zh-CN" altLang="en-US" sz="135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6" name="椭圆 5"/>
            <p:cNvSpPr/>
            <p:nvPr>
              <p:custDataLst>
                <p:tags r:id="rId5"/>
              </p:custDataLst>
            </p:nvPr>
          </p:nvSpPr>
          <p:spPr>
            <a:xfrm>
              <a:off x="-1627625" y="2290350"/>
              <a:ext cx="3960000" cy="3960000"/>
            </a:xfrm>
            <a:prstGeom prst="ellipse">
              <a:avLst/>
            </a:prstGeom>
            <a:noFill/>
            <a:ln w="127000">
              <a:solidFill>
                <a:srgbClr val="79BB8F">
                  <a:lumMod val="10000"/>
                  <a:lumOff val="90000"/>
                  <a:alpha val="69804"/>
                </a:srgbClr>
              </a:solidFill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zh-CN" altLang="en-US" sz="135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7" name="椭圆 6"/>
            <p:cNvSpPr/>
            <p:nvPr>
              <p:custDataLst>
                <p:tags r:id="rId6"/>
              </p:custDataLst>
            </p:nvPr>
          </p:nvSpPr>
          <p:spPr>
            <a:xfrm>
              <a:off x="-1987625" y="1930350"/>
              <a:ext cx="4680000" cy="4680000"/>
            </a:xfrm>
            <a:prstGeom prst="ellipse">
              <a:avLst/>
            </a:prstGeom>
            <a:noFill/>
            <a:ln w="127000">
              <a:solidFill>
                <a:srgbClr val="79BB8F">
                  <a:lumMod val="10000"/>
                  <a:lumOff val="90000"/>
                  <a:alpha val="69804"/>
                </a:srgbClr>
              </a:solidFill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zh-CN" altLang="en-US" sz="135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8" name="椭圆 7"/>
            <p:cNvSpPr/>
            <p:nvPr>
              <p:custDataLst>
                <p:tags r:id="rId7"/>
              </p:custDataLst>
            </p:nvPr>
          </p:nvSpPr>
          <p:spPr>
            <a:xfrm>
              <a:off x="-1267625" y="2650350"/>
              <a:ext cx="3240000" cy="3240000"/>
            </a:xfrm>
            <a:prstGeom prst="ellipse">
              <a:avLst/>
            </a:prstGeom>
            <a:noFill/>
            <a:ln w="127000">
              <a:solidFill>
                <a:srgbClr val="79BB8F">
                  <a:lumMod val="10000"/>
                  <a:lumOff val="90000"/>
                  <a:alpha val="69804"/>
                </a:srgbClr>
              </a:solidFill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>
                <a:lnSpc>
                  <a:spcPct val="120000"/>
                </a:lnSpc>
              </a:pPr>
              <a:endParaRPr lang="zh-CN" altLang="en-US" sz="135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9" name="Freeform 5"/>
          <p:cNvSpPr/>
          <p:nvPr>
            <p:custDataLst>
              <p:tags r:id="rId8"/>
            </p:custDataLst>
          </p:nvPr>
        </p:nvSpPr>
        <p:spPr bwMode="auto">
          <a:xfrm>
            <a:off x="2514329" y="3557872"/>
            <a:ext cx="6629671" cy="961930"/>
          </a:xfrm>
          <a:custGeom>
            <a:avLst/>
            <a:gdLst>
              <a:gd name="T0" fmla="*/ 1096 w 6336"/>
              <a:gd name="T1" fmla="*/ 112 h 1048"/>
              <a:gd name="T2" fmla="*/ 1096 w 6336"/>
              <a:gd name="T3" fmla="*/ 156 h 1048"/>
              <a:gd name="T4" fmla="*/ 6336 w 6336"/>
              <a:gd name="T5" fmla="*/ 156 h 1048"/>
              <a:gd name="T6" fmla="*/ 6336 w 6336"/>
              <a:gd name="T7" fmla="*/ 886 h 1048"/>
              <a:gd name="T8" fmla="*/ 1096 w 6336"/>
              <a:gd name="T9" fmla="*/ 886 h 1048"/>
              <a:gd name="T10" fmla="*/ 1096 w 6336"/>
              <a:gd name="T11" fmla="*/ 939 h 1048"/>
              <a:gd name="T12" fmla="*/ 1096 w 6336"/>
              <a:gd name="T13" fmla="*/ 939 h 1048"/>
              <a:gd name="T14" fmla="*/ 1096 w 6336"/>
              <a:gd name="T15" fmla="*/ 957 h 1048"/>
              <a:gd name="T16" fmla="*/ 1094 w 6336"/>
              <a:gd name="T17" fmla="*/ 972 h 1048"/>
              <a:gd name="T18" fmla="*/ 1091 w 6336"/>
              <a:gd name="T19" fmla="*/ 987 h 1048"/>
              <a:gd name="T20" fmla="*/ 1085 w 6336"/>
              <a:gd name="T21" fmla="*/ 1000 h 1048"/>
              <a:gd name="T22" fmla="*/ 1079 w 6336"/>
              <a:gd name="T23" fmla="*/ 1012 h 1048"/>
              <a:gd name="T24" fmla="*/ 1072 w 6336"/>
              <a:gd name="T25" fmla="*/ 1021 h 1048"/>
              <a:gd name="T26" fmla="*/ 1062 w 6336"/>
              <a:gd name="T27" fmla="*/ 1029 h 1048"/>
              <a:gd name="T28" fmla="*/ 1053 w 6336"/>
              <a:gd name="T29" fmla="*/ 1037 h 1048"/>
              <a:gd name="T30" fmla="*/ 1043 w 6336"/>
              <a:gd name="T31" fmla="*/ 1042 h 1048"/>
              <a:gd name="T32" fmla="*/ 1032 w 6336"/>
              <a:gd name="T33" fmla="*/ 1046 h 1048"/>
              <a:gd name="T34" fmla="*/ 1018 w 6336"/>
              <a:gd name="T35" fmla="*/ 1048 h 1048"/>
              <a:gd name="T36" fmla="*/ 1005 w 6336"/>
              <a:gd name="T37" fmla="*/ 1048 h 1048"/>
              <a:gd name="T38" fmla="*/ 991 w 6336"/>
              <a:gd name="T39" fmla="*/ 1048 h 1048"/>
              <a:gd name="T40" fmla="*/ 976 w 6336"/>
              <a:gd name="T41" fmla="*/ 1046 h 1048"/>
              <a:gd name="T42" fmla="*/ 961 w 6336"/>
              <a:gd name="T43" fmla="*/ 1042 h 1048"/>
              <a:gd name="T44" fmla="*/ 944 w 6336"/>
              <a:gd name="T45" fmla="*/ 1037 h 1048"/>
              <a:gd name="T46" fmla="*/ 65 w 6336"/>
              <a:gd name="T47" fmla="*/ 596 h 1048"/>
              <a:gd name="T48" fmla="*/ 65 w 6336"/>
              <a:gd name="T49" fmla="*/ 596 h 1048"/>
              <a:gd name="T50" fmla="*/ 50 w 6336"/>
              <a:gd name="T51" fmla="*/ 587 h 1048"/>
              <a:gd name="T52" fmla="*/ 36 w 6336"/>
              <a:gd name="T53" fmla="*/ 579 h 1048"/>
              <a:gd name="T54" fmla="*/ 27 w 6336"/>
              <a:gd name="T55" fmla="*/ 570 h 1048"/>
              <a:gd name="T56" fmla="*/ 17 w 6336"/>
              <a:gd name="T57" fmla="*/ 560 h 1048"/>
              <a:gd name="T58" fmla="*/ 10 w 6336"/>
              <a:gd name="T59" fmla="*/ 551 h 1048"/>
              <a:gd name="T60" fmla="*/ 4 w 6336"/>
              <a:gd name="T61" fmla="*/ 541 h 1048"/>
              <a:gd name="T62" fmla="*/ 2 w 6336"/>
              <a:gd name="T63" fmla="*/ 531 h 1048"/>
              <a:gd name="T64" fmla="*/ 0 w 6336"/>
              <a:gd name="T65" fmla="*/ 520 h 1048"/>
              <a:gd name="T66" fmla="*/ 2 w 6336"/>
              <a:gd name="T67" fmla="*/ 510 h 1048"/>
              <a:gd name="T68" fmla="*/ 4 w 6336"/>
              <a:gd name="T69" fmla="*/ 501 h 1048"/>
              <a:gd name="T70" fmla="*/ 10 w 6336"/>
              <a:gd name="T71" fmla="*/ 491 h 1048"/>
              <a:gd name="T72" fmla="*/ 17 w 6336"/>
              <a:gd name="T73" fmla="*/ 480 h 1048"/>
              <a:gd name="T74" fmla="*/ 27 w 6336"/>
              <a:gd name="T75" fmla="*/ 470 h 1048"/>
              <a:gd name="T76" fmla="*/ 36 w 6336"/>
              <a:gd name="T77" fmla="*/ 463 h 1048"/>
              <a:gd name="T78" fmla="*/ 50 w 6336"/>
              <a:gd name="T79" fmla="*/ 453 h 1048"/>
              <a:gd name="T80" fmla="*/ 65 w 6336"/>
              <a:gd name="T81" fmla="*/ 446 h 1048"/>
              <a:gd name="T82" fmla="*/ 944 w 6336"/>
              <a:gd name="T83" fmla="*/ 17 h 1048"/>
              <a:gd name="T84" fmla="*/ 944 w 6336"/>
              <a:gd name="T85" fmla="*/ 17 h 1048"/>
              <a:gd name="T86" fmla="*/ 961 w 6336"/>
              <a:gd name="T87" fmla="*/ 9 h 1048"/>
              <a:gd name="T88" fmla="*/ 976 w 6336"/>
              <a:gd name="T89" fmla="*/ 5 h 1048"/>
              <a:gd name="T90" fmla="*/ 991 w 6336"/>
              <a:gd name="T91" fmla="*/ 1 h 1048"/>
              <a:gd name="T92" fmla="*/ 1005 w 6336"/>
              <a:gd name="T93" fmla="*/ 0 h 1048"/>
              <a:gd name="T94" fmla="*/ 1018 w 6336"/>
              <a:gd name="T95" fmla="*/ 0 h 1048"/>
              <a:gd name="T96" fmla="*/ 1032 w 6336"/>
              <a:gd name="T97" fmla="*/ 3 h 1048"/>
              <a:gd name="T98" fmla="*/ 1043 w 6336"/>
              <a:gd name="T99" fmla="*/ 7 h 1048"/>
              <a:gd name="T100" fmla="*/ 1053 w 6336"/>
              <a:gd name="T101" fmla="*/ 13 h 1048"/>
              <a:gd name="T102" fmla="*/ 1062 w 6336"/>
              <a:gd name="T103" fmla="*/ 20 h 1048"/>
              <a:gd name="T104" fmla="*/ 1072 w 6336"/>
              <a:gd name="T105" fmla="*/ 28 h 1048"/>
              <a:gd name="T106" fmla="*/ 1079 w 6336"/>
              <a:gd name="T107" fmla="*/ 40 h 1048"/>
              <a:gd name="T108" fmla="*/ 1085 w 6336"/>
              <a:gd name="T109" fmla="*/ 51 h 1048"/>
              <a:gd name="T110" fmla="*/ 1091 w 6336"/>
              <a:gd name="T111" fmla="*/ 64 h 1048"/>
              <a:gd name="T112" fmla="*/ 1094 w 6336"/>
              <a:gd name="T113" fmla="*/ 80 h 1048"/>
              <a:gd name="T114" fmla="*/ 1096 w 6336"/>
              <a:gd name="T115" fmla="*/ 95 h 1048"/>
              <a:gd name="T116" fmla="*/ 1096 w 6336"/>
              <a:gd name="T117" fmla="*/ 112 h 1048"/>
              <a:gd name="T118" fmla="*/ 1096 w 6336"/>
              <a:gd name="T119" fmla="*/ 112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6336" h="1048">
                <a:moveTo>
                  <a:pt x="1096" y="112"/>
                </a:moveTo>
                <a:lnTo>
                  <a:pt x="1096" y="156"/>
                </a:lnTo>
                <a:lnTo>
                  <a:pt x="6336" y="156"/>
                </a:lnTo>
                <a:lnTo>
                  <a:pt x="6336" y="886"/>
                </a:lnTo>
                <a:lnTo>
                  <a:pt x="1096" y="886"/>
                </a:lnTo>
                <a:lnTo>
                  <a:pt x="1096" y="939"/>
                </a:lnTo>
                <a:lnTo>
                  <a:pt x="1096" y="939"/>
                </a:lnTo>
                <a:lnTo>
                  <a:pt x="1096" y="957"/>
                </a:lnTo>
                <a:lnTo>
                  <a:pt x="1094" y="972"/>
                </a:lnTo>
                <a:lnTo>
                  <a:pt x="1091" y="987"/>
                </a:lnTo>
                <a:lnTo>
                  <a:pt x="1085" y="1000"/>
                </a:lnTo>
                <a:lnTo>
                  <a:pt x="1079" y="1012"/>
                </a:lnTo>
                <a:lnTo>
                  <a:pt x="1072" y="1021"/>
                </a:lnTo>
                <a:lnTo>
                  <a:pt x="1062" y="1029"/>
                </a:lnTo>
                <a:lnTo>
                  <a:pt x="1053" y="1037"/>
                </a:lnTo>
                <a:lnTo>
                  <a:pt x="1043" y="1042"/>
                </a:lnTo>
                <a:lnTo>
                  <a:pt x="1032" y="1046"/>
                </a:lnTo>
                <a:lnTo>
                  <a:pt x="1018" y="1048"/>
                </a:lnTo>
                <a:lnTo>
                  <a:pt x="1005" y="1048"/>
                </a:lnTo>
                <a:lnTo>
                  <a:pt x="991" y="1048"/>
                </a:lnTo>
                <a:lnTo>
                  <a:pt x="976" y="1046"/>
                </a:lnTo>
                <a:lnTo>
                  <a:pt x="961" y="1042"/>
                </a:lnTo>
                <a:lnTo>
                  <a:pt x="944" y="1037"/>
                </a:lnTo>
                <a:lnTo>
                  <a:pt x="65" y="596"/>
                </a:lnTo>
                <a:lnTo>
                  <a:pt x="65" y="596"/>
                </a:lnTo>
                <a:lnTo>
                  <a:pt x="50" y="587"/>
                </a:lnTo>
                <a:lnTo>
                  <a:pt x="36" y="579"/>
                </a:lnTo>
                <a:lnTo>
                  <a:pt x="27" y="570"/>
                </a:lnTo>
                <a:lnTo>
                  <a:pt x="17" y="560"/>
                </a:lnTo>
                <a:lnTo>
                  <a:pt x="10" y="551"/>
                </a:lnTo>
                <a:lnTo>
                  <a:pt x="4" y="541"/>
                </a:lnTo>
                <a:lnTo>
                  <a:pt x="2" y="531"/>
                </a:lnTo>
                <a:lnTo>
                  <a:pt x="0" y="520"/>
                </a:lnTo>
                <a:lnTo>
                  <a:pt x="2" y="510"/>
                </a:lnTo>
                <a:lnTo>
                  <a:pt x="4" y="501"/>
                </a:lnTo>
                <a:lnTo>
                  <a:pt x="10" y="491"/>
                </a:lnTo>
                <a:lnTo>
                  <a:pt x="17" y="480"/>
                </a:lnTo>
                <a:lnTo>
                  <a:pt x="27" y="470"/>
                </a:lnTo>
                <a:lnTo>
                  <a:pt x="36" y="463"/>
                </a:lnTo>
                <a:lnTo>
                  <a:pt x="50" y="453"/>
                </a:lnTo>
                <a:lnTo>
                  <a:pt x="65" y="446"/>
                </a:lnTo>
                <a:lnTo>
                  <a:pt x="944" y="17"/>
                </a:lnTo>
                <a:lnTo>
                  <a:pt x="944" y="17"/>
                </a:lnTo>
                <a:lnTo>
                  <a:pt x="961" y="9"/>
                </a:lnTo>
                <a:lnTo>
                  <a:pt x="976" y="5"/>
                </a:lnTo>
                <a:lnTo>
                  <a:pt x="991" y="1"/>
                </a:lnTo>
                <a:lnTo>
                  <a:pt x="1005" y="0"/>
                </a:lnTo>
                <a:lnTo>
                  <a:pt x="1018" y="0"/>
                </a:lnTo>
                <a:lnTo>
                  <a:pt x="1032" y="3"/>
                </a:lnTo>
                <a:lnTo>
                  <a:pt x="1043" y="7"/>
                </a:lnTo>
                <a:lnTo>
                  <a:pt x="1053" y="13"/>
                </a:lnTo>
                <a:lnTo>
                  <a:pt x="1062" y="20"/>
                </a:lnTo>
                <a:lnTo>
                  <a:pt x="1072" y="28"/>
                </a:lnTo>
                <a:lnTo>
                  <a:pt x="1079" y="40"/>
                </a:lnTo>
                <a:lnTo>
                  <a:pt x="1085" y="51"/>
                </a:lnTo>
                <a:lnTo>
                  <a:pt x="1091" y="64"/>
                </a:lnTo>
                <a:lnTo>
                  <a:pt x="1094" y="80"/>
                </a:lnTo>
                <a:lnTo>
                  <a:pt x="1096" y="95"/>
                </a:lnTo>
                <a:lnTo>
                  <a:pt x="1096" y="112"/>
                </a:lnTo>
                <a:lnTo>
                  <a:pt x="1096" y="112"/>
                </a:lnTo>
                <a:close/>
              </a:path>
            </a:pathLst>
          </a:custGeom>
          <a:solidFill>
            <a:srgbClr val="8590CA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p>
            <a:pPr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9"/>
            </p:custDataLst>
          </p:nvPr>
        </p:nvSpPr>
        <p:spPr>
          <a:xfrm flipV="1">
            <a:off x="3900854" y="4371818"/>
            <a:ext cx="180687" cy="79332"/>
          </a:xfrm>
          <a:custGeom>
            <a:avLst/>
            <a:gdLst>
              <a:gd name="connsiteX0" fmla="*/ 124741 w 249483"/>
              <a:gd name="connsiteY0" fmla="*/ 0 h 109537"/>
              <a:gd name="connsiteX1" fmla="*/ 243224 w 249483"/>
              <a:gd name="connsiteY1" fmla="*/ 78536 h 109537"/>
              <a:gd name="connsiteX2" fmla="*/ 249483 w 249483"/>
              <a:gd name="connsiteY2" fmla="*/ 109537 h 109537"/>
              <a:gd name="connsiteX3" fmla="*/ 0 w 249483"/>
              <a:gd name="connsiteY3" fmla="*/ 109537 h 109537"/>
              <a:gd name="connsiteX4" fmla="*/ 6258 w 249483"/>
              <a:gd name="connsiteY4" fmla="*/ 78536 h 109537"/>
              <a:gd name="connsiteX5" fmla="*/ 124741 w 249483"/>
              <a:gd name="connsiteY5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483" h="109537">
                <a:moveTo>
                  <a:pt x="124741" y="0"/>
                </a:moveTo>
                <a:cubicBezTo>
                  <a:pt x="178004" y="0"/>
                  <a:pt x="223703" y="32384"/>
                  <a:pt x="243224" y="78536"/>
                </a:cubicBezTo>
                <a:lnTo>
                  <a:pt x="249483" y="109537"/>
                </a:lnTo>
                <a:lnTo>
                  <a:pt x="0" y="109537"/>
                </a:lnTo>
                <a:lnTo>
                  <a:pt x="6258" y="78536"/>
                </a:lnTo>
                <a:cubicBezTo>
                  <a:pt x="25779" y="32384"/>
                  <a:pt x="71479" y="0"/>
                  <a:pt x="124741" y="0"/>
                </a:cubicBezTo>
                <a:close/>
              </a:path>
            </a:pathLst>
          </a:custGeom>
          <a:solidFill>
            <a:srgbClr val="79B6D3">
              <a:lumMod val="50000"/>
            </a:srgbClr>
          </a:solidFill>
          <a:ln>
            <a:noFill/>
          </a:ln>
        </p:spPr>
        <p:style>
          <a:lnRef idx="2">
            <a:srgbClr val="8590CA">
              <a:shade val="50000"/>
            </a:srgbClr>
          </a:lnRef>
          <a:fillRef idx="1">
            <a:srgbClr val="8590CA"/>
          </a:fillRef>
          <a:effectRef idx="0">
            <a:srgbClr val="8590CA"/>
          </a:effectRef>
          <a:fontRef idx="minor">
            <a:sysClr val="window" lastClr="FFFFFF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10"/>
            </p:custDataLst>
          </p:nvPr>
        </p:nvSpPr>
        <p:spPr>
          <a:xfrm>
            <a:off x="5606542" y="3617884"/>
            <a:ext cx="180687" cy="79332"/>
          </a:xfrm>
          <a:custGeom>
            <a:avLst/>
            <a:gdLst>
              <a:gd name="connsiteX0" fmla="*/ 124741 w 249483"/>
              <a:gd name="connsiteY0" fmla="*/ 0 h 109537"/>
              <a:gd name="connsiteX1" fmla="*/ 243224 w 249483"/>
              <a:gd name="connsiteY1" fmla="*/ 78536 h 109537"/>
              <a:gd name="connsiteX2" fmla="*/ 249483 w 249483"/>
              <a:gd name="connsiteY2" fmla="*/ 109537 h 109537"/>
              <a:gd name="connsiteX3" fmla="*/ 0 w 249483"/>
              <a:gd name="connsiteY3" fmla="*/ 109537 h 109537"/>
              <a:gd name="connsiteX4" fmla="*/ 6258 w 249483"/>
              <a:gd name="connsiteY4" fmla="*/ 78536 h 109537"/>
              <a:gd name="connsiteX5" fmla="*/ 124741 w 249483"/>
              <a:gd name="connsiteY5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483" h="109537">
                <a:moveTo>
                  <a:pt x="124741" y="0"/>
                </a:moveTo>
                <a:cubicBezTo>
                  <a:pt x="178004" y="0"/>
                  <a:pt x="223703" y="32384"/>
                  <a:pt x="243224" y="78536"/>
                </a:cubicBezTo>
                <a:lnTo>
                  <a:pt x="249483" y="109537"/>
                </a:lnTo>
                <a:lnTo>
                  <a:pt x="0" y="109537"/>
                </a:lnTo>
                <a:lnTo>
                  <a:pt x="6258" y="78536"/>
                </a:lnTo>
                <a:cubicBezTo>
                  <a:pt x="25779" y="32384"/>
                  <a:pt x="71479" y="0"/>
                  <a:pt x="124741" y="0"/>
                </a:cubicBezTo>
                <a:close/>
              </a:path>
            </a:pathLst>
          </a:custGeom>
          <a:solidFill>
            <a:srgbClr val="79B6D3">
              <a:lumMod val="50000"/>
            </a:srgbClr>
          </a:solidFill>
          <a:ln>
            <a:noFill/>
          </a:ln>
        </p:spPr>
        <p:style>
          <a:lnRef idx="2">
            <a:srgbClr val="8590CA">
              <a:shade val="50000"/>
            </a:srgbClr>
          </a:lnRef>
          <a:fillRef idx="1">
            <a:srgbClr val="8590CA"/>
          </a:fillRef>
          <a:effectRef idx="0">
            <a:srgbClr val="8590CA"/>
          </a:effectRef>
          <a:fontRef idx="minor">
            <a:sysClr val="window" lastClr="FFFFFF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Line 13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734134" y="4761230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79BB8F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p>
            <a:pPr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8" name="Line 1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734134" y="4761230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79BB8F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p>
            <a:pPr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Freeform 15"/>
          <p:cNvSpPr/>
          <p:nvPr>
            <p:custDataLst>
              <p:tags r:id="rId13"/>
            </p:custDataLst>
          </p:nvPr>
        </p:nvSpPr>
        <p:spPr bwMode="auto">
          <a:xfrm>
            <a:off x="3934643" y="3314700"/>
            <a:ext cx="1818797" cy="1444757"/>
          </a:xfrm>
          <a:custGeom>
            <a:avLst/>
            <a:gdLst>
              <a:gd name="T0" fmla="*/ 1996 w 2052"/>
              <a:gd name="T1" fmla="*/ 334 h 1630"/>
              <a:gd name="T2" fmla="*/ 1741 w 2052"/>
              <a:gd name="T3" fmla="*/ 183 h 1630"/>
              <a:gd name="T4" fmla="*/ 1685 w 2052"/>
              <a:gd name="T5" fmla="*/ 162 h 1630"/>
              <a:gd name="T6" fmla="*/ 1428 w 2052"/>
              <a:gd name="T7" fmla="*/ 11 h 1630"/>
              <a:gd name="T8" fmla="*/ 1419 w 2052"/>
              <a:gd name="T9" fmla="*/ 6 h 1630"/>
              <a:gd name="T10" fmla="*/ 1399 w 2052"/>
              <a:gd name="T11" fmla="*/ 0 h 1630"/>
              <a:gd name="T12" fmla="*/ 1373 w 2052"/>
              <a:gd name="T13" fmla="*/ 2 h 1630"/>
              <a:gd name="T14" fmla="*/ 1346 w 2052"/>
              <a:gd name="T15" fmla="*/ 13 h 1630"/>
              <a:gd name="T16" fmla="*/ 1321 w 2052"/>
              <a:gd name="T17" fmla="*/ 32 h 1630"/>
              <a:gd name="T18" fmla="*/ 622 w 2052"/>
              <a:gd name="T19" fmla="*/ 721 h 1630"/>
              <a:gd name="T20" fmla="*/ 450 w 2052"/>
              <a:gd name="T21" fmla="*/ 902 h 1630"/>
              <a:gd name="T22" fmla="*/ 118 w 2052"/>
              <a:gd name="T23" fmla="*/ 1235 h 1630"/>
              <a:gd name="T24" fmla="*/ 95 w 2052"/>
              <a:gd name="T25" fmla="*/ 1253 h 1630"/>
              <a:gd name="T26" fmla="*/ 55 w 2052"/>
              <a:gd name="T27" fmla="*/ 1270 h 1630"/>
              <a:gd name="T28" fmla="*/ 27 w 2052"/>
              <a:gd name="T29" fmla="*/ 1272 h 1630"/>
              <a:gd name="T30" fmla="*/ 0 w 2052"/>
              <a:gd name="T31" fmla="*/ 1268 h 1630"/>
              <a:gd name="T32" fmla="*/ 53 w 2052"/>
              <a:gd name="T33" fmla="*/ 1300 h 1630"/>
              <a:gd name="T34" fmla="*/ 311 w 2052"/>
              <a:gd name="T35" fmla="*/ 1439 h 1630"/>
              <a:gd name="T36" fmla="*/ 357 w 2052"/>
              <a:gd name="T37" fmla="*/ 1472 h 1630"/>
              <a:gd name="T38" fmla="*/ 622 w 2052"/>
              <a:gd name="T39" fmla="*/ 1622 h 1630"/>
              <a:gd name="T40" fmla="*/ 643 w 2052"/>
              <a:gd name="T41" fmla="*/ 1628 h 1630"/>
              <a:gd name="T42" fmla="*/ 677 w 2052"/>
              <a:gd name="T43" fmla="*/ 1626 h 1630"/>
              <a:gd name="T44" fmla="*/ 705 w 2052"/>
              <a:gd name="T45" fmla="*/ 1615 h 1630"/>
              <a:gd name="T46" fmla="*/ 725 w 2052"/>
              <a:gd name="T47" fmla="*/ 1598 h 1630"/>
              <a:gd name="T48" fmla="*/ 742 w 2052"/>
              <a:gd name="T49" fmla="*/ 1590 h 1630"/>
              <a:gd name="T50" fmla="*/ 1602 w 2052"/>
              <a:gd name="T51" fmla="*/ 730 h 1630"/>
              <a:gd name="T52" fmla="*/ 1945 w 2052"/>
              <a:gd name="T53" fmla="*/ 387 h 1630"/>
              <a:gd name="T54" fmla="*/ 1954 w 2052"/>
              <a:gd name="T55" fmla="*/ 377 h 1630"/>
              <a:gd name="T56" fmla="*/ 1973 w 2052"/>
              <a:gd name="T57" fmla="*/ 366 h 1630"/>
              <a:gd name="T58" fmla="*/ 2002 w 2052"/>
              <a:gd name="T59" fmla="*/ 357 h 1630"/>
              <a:gd name="T60" fmla="*/ 2031 w 2052"/>
              <a:gd name="T61" fmla="*/ 358 h 1630"/>
              <a:gd name="T62" fmla="*/ 2052 w 2052"/>
              <a:gd name="T63" fmla="*/ 366 h 1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52" h="1630">
                <a:moveTo>
                  <a:pt x="1996" y="334"/>
                </a:moveTo>
                <a:lnTo>
                  <a:pt x="1996" y="334"/>
                </a:lnTo>
                <a:lnTo>
                  <a:pt x="1741" y="183"/>
                </a:lnTo>
                <a:lnTo>
                  <a:pt x="1741" y="183"/>
                </a:lnTo>
                <a:lnTo>
                  <a:pt x="1685" y="162"/>
                </a:lnTo>
                <a:lnTo>
                  <a:pt x="1685" y="162"/>
                </a:lnTo>
                <a:lnTo>
                  <a:pt x="1428" y="11"/>
                </a:lnTo>
                <a:lnTo>
                  <a:pt x="1428" y="11"/>
                </a:lnTo>
                <a:lnTo>
                  <a:pt x="1428" y="11"/>
                </a:lnTo>
                <a:lnTo>
                  <a:pt x="1419" y="6"/>
                </a:lnTo>
                <a:lnTo>
                  <a:pt x="1409" y="2"/>
                </a:lnTo>
                <a:lnTo>
                  <a:pt x="1399" y="0"/>
                </a:lnTo>
                <a:lnTo>
                  <a:pt x="1390" y="0"/>
                </a:lnTo>
                <a:lnTo>
                  <a:pt x="1373" y="2"/>
                </a:lnTo>
                <a:lnTo>
                  <a:pt x="1359" y="6"/>
                </a:lnTo>
                <a:lnTo>
                  <a:pt x="1346" y="13"/>
                </a:lnTo>
                <a:lnTo>
                  <a:pt x="1335" y="21"/>
                </a:lnTo>
                <a:lnTo>
                  <a:pt x="1321" y="32"/>
                </a:lnTo>
                <a:lnTo>
                  <a:pt x="1321" y="32"/>
                </a:lnTo>
                <a:lnTo>
                  <a:pt x="622" y="721"/>
                </a:lnTo>
                <a:lnTo>
                  <a:pt x="622" y="721"/>
                </a:lnTo>
                <a:lnTo>
                  <a:pt x="450" y="902"/>
                </a:lnTo>
                <a:lnTo>
                  <a:pt x="450" y="902"/>
                </a:lnTo>
                <a:lnTo>
                  <a:pt x="118" y="1235"/>
                </a:lnTo>
                <a:lnTo>
                  <a:pt x="118" y="1235"/>
                </a:lnTo>
                <a:lnTo>
                  <a:pt x="95" y="1253"/>
                </a:lnTo>
                <a:lnTo>
                  <a:pt x="74" y="1262"/>
                </a:lnTo>
                <a:lnTo>
                  <a:pt x="55" y="1270"/>
                </a:lnTo>
                <a:lnTo>
                  <a:pt x="40" y="1272"/>
                </a:lnTo>
                <a:lnTo>
                  <a:pt x="27" y="1272"/>
                </a:lnTo>
                <a:lnTo>
                  <a:pt x="15" y="1270"/>
                </a:lnTo>
                <a:lnTo>
                  <a:pt x="0" y="1268"/>
                </a:lnTo>
                <a:lnTo>
                  <a:pt x="53" y="1300"/>
                </a:lnTo>
                <a:lnTo>
                  <a:pt x="53" y="1300"/>
                </a:lnTo>
                <a:lnTo>
                  <a:pt x="311" y="1439"/>
                </a:lnTo>
                <a:lnTo>
                  <a:pt x="311" y="1439"/>
                </a:lnTo>
                <a:lnTo>
                  <a:pt x="357" y="1472"/>
                </a:lnTo>
                <a:lnTo>
                  <a:pt x="357" y="1472"/>
                </a:lnTo>
                <a:lnTo>
                  <a:pt x="622" y="1622"/>
                </a:lnTo>
                <a:lnTo>
                  <a:pt x="622" y="1622"/>
                </a:lnTo>
                <a:lnTo>
                  <a:pt x="622" y="1622"/>
                </a:lnTo>
                <a:lnTo>
                  <a:pt x="643" y="1628"/>
                </a:lnTo>
                <a:lnTo>
                  <a:pt x="660" y="1630"/>
                </a:lnTo>
                <a:lnTo>
                  <a:pt x="677" y="1626"/>
                </a:lnTo>
                <a:lnTo>
                  <a:pt x="692" y="1622"/>
                </a:lnTo>
                <a:lnTo>
                  <a:pt x="705" y="1615"/>
                </a:lnTo>
                <a:lnTo>
                  <a:pt x="715" y="1607"/>
                </a:lnTo>
                <a:lnTo>
                  <a:pt x="725" y="1598"/>
                </a:lnTo>
                <a:lnTo>
                  <a:pt x="728" y="1590"/>
                </a:lnTo>
                <a:lnTo>
                  <a:pt x="742" y="1590"/>
                </a:lnTo>
                <a:lnTo>
                  <a:pt x="1428" y="902"/>
                </a:lnTo>
                <a:lnTo>
                  <a:pt x="1602" y="730"/>
                </a:lnTo>
                <a:lnTo>
                  <a:pt x="1602" y="730"/>
                </a:lnTo>
                <a:lnTo>
                  <a:pt x="1945" y="387"/>
                </a:lnTo>
                <a:lnTo>
                  <a:pt x="1945" y="387"/>
                </a:lnTo>
                <a:lnTo>
                  <a:pt x="1954" y="377"/>
                </a:lnTo>
                <a:lnTo>
                  <a:pt x="1964" y="372"/>
                </a:lnTo>
                <a:lnTo>
                  <a:pt x="1973" y="366"/>
                </a:lnTo>
                <a:lnTo>
                  <a:pt x="1983" y="362"/>
                </a:lnTo>
                <a:lnTo>
                  <a:pt x="2002" y="357"/>
                </a:lnTo>
                <a:lnTo>
                  <a:pt x="2017" y="357"/>
                </a:lnTo>
                <a:lnTo>
                  <a:pt x="2031" y="358"/>
                </a:lnTo>
                <a:lnTo>
                  <a:pt x="2042" y="362"/>
                </a:lnTo>
                <a:lnTo>
                  <a:pt x="2052" y="366"/>
                </a:lnTo>
                <a:lnTo>
                  <a:pt x="1996" y="334"/>
                </a:lnTo>
                <a:close/>
              </a:path>
            </a:pathLst>
          </a:custGeom>
          <a:solidFill>
            <a:srgbClr val="79B6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79BB8F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p>
            <a:pPr>
              <a:lnSpc>
                <a:spcPct val="120000"/>
              </a:lnSpc>
            </a:pPr>
            <a:endParaRPr lang="zh-CN" altLang="en-US" sz="135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14"/>
            </p:custDataLst>
          </p:nvPr>
        </p:nvSpPr>
        <p:spPr>
          <a:xfrm flipV="1">
            <a:off x="5349070" y="4371818"/>
            <a:ext cx="180687" cy="79332"/>
          </a:xfrm>
          <a:custGeom>
            <a:avLst/>
            <a:gdLst>
              <a:gd name="connsiteX0" fmla="*/ 124741 w 249483"/>
              <a:gd name="connsiteY0" fmla="*/ 0 h 109537"/>
              <a:gd name="connsiteX1" fmla="*/ 243224 w 249483"/>
              <a:gd name="connsiteY1" fmla="*/ 78536 h 109537"/>
              <a:gd name="connsiteX2" fmla="*/ 249483 w 249483"/>
              <a:gd name="connsiteY2" fmla="*/ 109537 h 109537"/>
              <a:gd name="connsiteX3" fmla="*/ 0 w 249483"/>
              <a:gd name="connsiteY3" fmla="*/ 109537 h 109537"/>
              <a:gd name="connsiteX4" fmla="*/ 6258 w 249483"/>
              <a:gd name="connsiteY4" fmla="*/ 78536 h 109537"/>
              <a:gd name="connsiteX5" fmla="*/ 124741 w 249483"/>
              <a:gd name="connsiteY5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483" h="109537">
                <a:moveTo>
                  <a:pt x="124741" y="0"/>
                </a:moveTo>
                <a:cubicBezTo>
                  <a:pt x="178004" y="0"/>
                  <a:pt x="223703" y="32384"/>
                  <a:pt x="243224" y="78536"/>
                </a:cubicBezTo>
                <a:lnTo>
                  <a:pt x="249483" y="109537"/>
                </a:lnTo>
                <a:lnTo>
                  <a:pt x="0" y="109537"/>
                </a:lnTo>
                <a:lnTo>
                  <a:pt x="6258" y="78536"/>
                </a:lnTo>
                <a:cubicBezTo>
                  <a:pt x="25779" y="32384"/>
                  <a:pt x="71479" y="0"/>
                  <a:pt x="124741" y="0"/>
                </a:cubicBezTo>
                <a:close/>
              </a:path>
            </a:pathLst>
          </a:custGeom>
          <a:solidFill>
            <a:srgbClr val="7AC2C7">
              <a:lumMod val="50000"/>
            </a:srgbClr>
          </a:solidFill>
          <a:ln>
            <a:noFill/>
          </a:ln>
        </p:spPr>
        <p:style>
          <a:lnRef idx="2">
            <a:srgbClr val="8590CA">
              <a:shade val="50000"/>
            </a:srgbClr>
          </a:lnRef>
          <a:fillRef idx="1">
            <a:srgbClr val="8590CA"/>
          </a:fillRef>
          <a:effectRef idx="0">
            <a:srgbClr val="8590CA"/>
          </a:effectRef>
          <a:fontRef idx="minor">
            <a:sysClr val="window" lastClr="FFFFFF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15"/>
            </p:custDataLst>
          </p:nvPr>
        </p:nvSpPr>
        <p:spPr>
          <a:xfrm>
            <a:off x="7054758" y="3617884"/>
            <a:ext cx="180687" cy="79332"/>
          </a:xfrm>
          <a:custGeom>
            <a:avLst/>
            <a:gdLst>
              <a:gd name="connsiteX0" fmla="*/ 124741 w 249483"/>
              <a:gd name="connsiteY0" fmla="*/ 0 h 109537"/>
              <a:gd name="connsiteX1" fmla="*/ 243224 w 249483"/>
              <a:gd name="connsiteY1" fmla="*/ 78536 h 109537"/>
              <a:gd name="connsiteX2" fmla="*/ 249483 w 249483"/>
              <a:gd name="connsiteY2" fmla="*/ 109537 h 109537"/>
              <a:gd name="connsiteX3" fmla="*/ 0 w 249483"/>
              <a:gd name="connsiteY3" fmla="*/ 109537 h 109537"/>
              <a:gd name="connsiteX4" fmla="*/ 6258 w 249483"/>
              <a:gd name="connsiteY4" fmla="*/ 78536 h 109537"/>
              <a:gd name="connsiteX5" fmla="*/ 124741 w 249483"/>
              <a:gd name="connsiteY5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483" h="109537">
                <a:moveTo>
                  <a:pt x="124741" y="0"/>
                </a:moveTo>
                <a:cubicBezTo>
                  <a:pt x="178004" y="0"/>
                  <a:pt x="223703" y="32384"/>
                  <a:pt x="243224" y="78536"/>
                </a:cubicBezTo>
                <a:lnTo>
                  <a:pt x="249483" y="109537"/>
                </a:lnTo>
                <a:lnTo>
                  <a:pt x="0" y="109537"/>
                </a:lnTo>
                <a:lnTo>
                  <a:pt x="6258" y="78536"/>
                </a:lnTo>
                <a:cubicBezTo>
                  <a:pt x="25779" y="32384"/>
                  <a:pt x="71479" y="0"/>
                  <a:pt x="124741" y="0"/>
                </a:cubicBezTo>
                <a:close/>
              </a:path>
            </a:pathLst>
          </a:custGeom>
          <a:solidFill>
            <a:srgbClr val="7AC2C7">
              <a:lumMod val="50000"/>
            </a:srgbClr>
          </a:solidFill>
          <a:ln>
            <a:noFill/>
          </a:ln>
        </p:spPr>
        <p:style>
          <a:lnRef idx="2">
            <a:srgbClr val="8590CA">
              <a:shade val="50000"/>
            </a:srgbClr>
          </a:lnRef>
          <a:fillRef idx="1">
            <a:srgbClr val="8590CA"/>
          </a:fillRef>
          <a:effectRef idx="0">
            <a:srgbClr val="8590CA"/>
          </a:effectRef>
          <a:fontRef idx="minor">
            <a:sysClr val="window" lastClr="FFFFFF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3" name="Line 13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6182350" y="4761230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79BB8F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p>
            <a:pPr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4" name="Line 14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6182350" y="4761230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79BB8F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p>
            <a:pPr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5" name="Freeform 15"/>
          <p:cNvSpPr/>
          <p:nvPr>
            <p:custDataLst>
              <p:tags r:id="rId18"/>
            </p:custDataLst>
          </p:nvPr>
        </p:nvSpPr>
        <p:spPr bwMode="auto">
          <a:xfrm>
            <a:off x="5382859" y="3314700"/>
            <a:ext cx="1818797" cy="1444757"/>
          </a:xfrm>
          <a:custGeom>
            <a:avLst/>
            <a:gdLst>
              <a:gd name="T0" fmla="*/ 1996 w 2052"/>
              <a:gd name="T1" fmla="*/ 334 h 1630"/>
              <a:gd name="T2" fmla="*/ 1741 w 2052"/>
              <a:gd name="T3" fmla="*/ 183 h 1630"/>
              <a:gd name="T4" fmla="*/ 1685 w 2052"/>
              <a:gd name="T5" fmla="*/ 162 h 1630"/>
              <a:gd name="T6" fmla="*/ 1428 w 2052"/>
              <a:gd name="T7" fmla="*/ 11 h 1630"/>
              <a:gd name="T8" fmla="*/ 1419 w 2052"/>
              <a:gd name="T9" fmla="*/ 6 h 1630"/>
              <a:gd name="T10" fmla="*/ 1399 w 2052"/>
              <a:gd name="T11" fmla="*/ 0 h 1630"/>
              <a:gd name="T12" fmla="*/ 1373 w 2052"/>
              <a:gd name="T13" fmla="*/ 2 h 1630"/>
              <a:gd name="T14" fmla="*/ 1346 w 2052"/>
              <a:gd name="T15" fmla="*/ 13 h 1630"/>
              <a:gd name="T16" fmla="*/ 1321 w 2052"/>
              <a:gd name="T17" fmla="*/ 32 h 1630"/>
              <a:gd name="T18" fmla="*/ 622 w 2052"/>
              <a:gd name="T19" fmla="*/ 721 h 1630"/>
              <a:gd name="T20" fmla="*/ 450 w 2052"/>
              <a:gd name="T21" fmla="*/ 902 h 1630"/>
              <a:gd name="T22" fmla="*/ 118 w 2052"/>
              <a:gd name="T23" fmla="*/ 1235 h 1630"/>
              <a:gd name="T24" fmla="*/ 95 w 2052"/>
              <a:gd name="T25" fmla="*/ 1253 h 1630"/>
              <a:gd name="T26" fmla="*/ 55 w 2052"/>
              <a:gd name="T27" fmla="*/ 1270 h 1630"/>
              <a:gd name="T28" fmla="*/ 27 w 2052"/>
              <a:gd name="T29" fmla="*/ 1272 h 1630"/>
              <a:gd name="T30" fmla="*/ 0 w 2052"/>
              <a:gd name="T31" fmla="*/ 1268 h 1630"/>
              <a:gd name="T32" fmla="*/ 53 w 2052"/>
              <a:gd name="T33" fmla="*/ 1300 h 1630"/>
              <a:gd name="T34" fmla="*/ 311 w 2052"/>
              <a:gd name="T35" fmla="*/ 1439 h 1630"/>
              <a:gd name="T36" fmla="*/ 357 w 2052"/>
              <a:gd name="T37" fmla="*/ 1472 h 1630"/>
              <a:gd name="T38" fmla="*/ 622 w 2052"/>
              <a:gd name="T39" fmla="*/ 1622 h 1630"/>
              <a:gd name="T40" fmla="*/ 643 w 2052"/>
              <a:gd name="T41" fmla="*/ 1628 h 1630"/>
              <a:gd name="T42" fmla="*/ 677 w 2052"/>
              <a:gd name="T43" fmla="*/ 1626 h 1630"/>
              <a:gd name="T44" fmla="*/ 705 w 2052"/>
              <a:gd name="T45" fmla="*/ 1615 h 1630"/>
              <a:gd name="T46" fmla="*/ 725 w 2052"/>
              <a:gd name="T47" fmla="*/ 1598 h 1630"/>
              <a:gd name="T48" fmla="*/ 742 w 2052"/>
              <a:gd name="T49" fmla="*/ 1590 h 1630"/>
              <a:gd name="T50" fmla="*/ 1602 w 2052"/>
              <a:gd name="T51" fmla="*/ 730 h 1630"/>
              <a:gd name="T52" fmla="*/ 1945 w 2052"/>
              <a:gd name="T53" fmla="*/ 387 h 1630"/>
              <a:gd name="T54" fmla="*/ 1954 w 2052"/>
              <a:gd name="T55" fmla="*/ 377 h 1630"/>
              <a:gd name="T56" fmla="*/ 1973 w 2052"/>
              <a:gd name="T57" fmla="*/ 366 h 1630"/>
              <a:gd name="T58" fmla="*/ 2002 w 2052"/>
              <a:gd name="T59" fmla="*/ 357 h 1630"/>
              <a:gd name="T60" fmla="*/ 2031 w 2052"/>
              <a:gd name="T61" fmla="*/ 358 h 1630"/>
              <a:gd name="T62" fmla="*/ 2052 w 2052"/>
              <a:gd name="T63" fmla="*/ 366 h 1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52" h="1630">
                <a:moveTo>
                  <a:pt x="1996" y="334"/>
                </a:moveTo>
                <a:lnTo>
                  <a:pt x="1996" y="334"/>
                </a:lnTo>
                <a:lnTo>
                  <a:pt x="1741" y="183"/>
                </a:lnTo>
                <a:lnTo>
                  <a:pt x="1741" y="183"/>
                </a:lnTo>
                <a:lnTo>
                  <a:pt x="1685" y="162"/>
                </a:lnTo>
                <a:lnTo>
                  <a:pt x="1685" y="162"/>
                </a:lnTo>
                <a:lnTo>
                  <a:pt x="1428" y="11"/>
                </a:lnTo>
                <a:lnTo>
                  <a:pt x="1428" y="11"/>
                </a:lnTo>
                <a:lnTo>
                  <a:pt x="1428" y="11"/>
                </a:lnTo>
                <a:lnTo>
                  <a:pt x="1419" y="6"/>
                </a:lnTo>
                <a:lnTo>
                  <a:pt x="1409" y="2"/>
                </a:lnTo>
                <a:lnTo>
                  <a:pt x="1399" y="0"/>
                </a:lnTo>
                <a:lnTo>
                  <a:pt x="1390" y="0"/>
                </a:lnTo>
                <a:lnTo>
                  <a:pt x="1373" y="2"/>
                </a:lnTo>
                <a:lnTo>
                  <a:pt x="1359" y="6"/>
                </a:lnTo>
                <a:lnTo>
                  <a:pt x="1346" y="13"/>
                </a:lnTo>
                <a:lnTo>
                  <a:pt x="1335" y="21"/>
                </a:lnTo>
                <a:lnTo>
                  <a:pt x="1321" y="32"/>
                </a:lnTo>
                <a:lnTo>
                  <a:pt x="1321" y="32"/>
                </a:lnTo>
                <a:lnTo>
                  <a:pt x="622" y="721"/>
                </a:lnTo>
                <a:lnTo>
                  <a:pt x="622" y="721"/>
                </a:lnTo>
                <a:lnTo>
                  <a:pt x="450" y="902"/>
                </a:lnTo>
                <a:lnTo>
                  <a:pt x="450" y="902"/>
                </a:lnTo>
                <a:lnTo>
                  <a:pt x="118" y="1235"/>
                </a:lnTo>
                <a:lnTo>
                  <a:pt x="118" y="1235"/>
                </a:lnTo>
                <a:lnTo>
                  <a:pt x="95" y="1253"/>
                </a:lnTo>
                <a:lnTo>
                  <a:pt x="74" y="1262"/>
                </a:lnTo>
                <a:lnTo>
                  <a:pt x="55" y="1270"/>
                </a:lnTo>
                <a:lnTo>
                  <a:pt x="40" y="1272"/>
                </a:lnTo>
                <a:lnTo>
                  <a:pt x="27" y="1272"/>
                </a:lnTo>
                <a:lnTo>
                  <a:pt x="15" y="1270"/>
                </a:lnTo>
                <a:lnTo>
                  <a:pt x="0" y="1268"/>
                </a:lnTo>
                <a:lnTo>
                  <a:pt x="53" y="1300"/>
                </a:lnTo>
                <a:lnTo>
                  <a:pt x="53" y="1300"/>
                </a:lnTo>
                <a:lnTo>
                  <a:pt x="311" y="1439"/>
                </a:lnTo>
                <a:lnTo>
                  <a:pt x="311" y="1439"/>
                </a:lnTo>
                <a:lnTo>
                  <a:pt x="357" y="1472"/>
                </a:lnTo>
                <a:lnTo>
                  <a:pt x="357" y="1472"/>
                </a:lnTo>
                <a:lnTo>
                  <a:pt x="622" y="1622"/>
                </a:lnTo>
                <a:lnTo>
                  <a:pt x="622" y="1622"/>
                </a:lnTo>
                <a:lnTo>
                  <a:pt x="622" y="1622"/>
                </a:lnTo>
                <a:lnTo>
                  <a:pt x="643" y="1628"/>
                </a:lnTo>
                <a:lnTo>
                  <a:pt x="660" y="1630"/>
                </a:lnTo>
                <a:lnTo>
                  <a:pt x="677" y="1626"/>
                </a:lnTo>
                <a:lnTo>
                  <a:pt x="692" y="1622"/>
                </a:lnTo>
                <a:lnTo>
                  <a:pt x="705" y="1615"/>
                </a:lnTo>
                <a:lnTo>
                  <a:pt x="715" y="1607"/>
                </a:lnTo>
                <a:lnTo>
                  <a:pt x="725" y="1598"/>
                </a:lnTo>
                <a:lnTo>
                  <a:pt x="728" y="1590"/>
                </a:lnTo>
                <a:lnTo>
                  <a:pt x="742" y="1590"/>
                </a:lnTo>
                <a:lnTo>
                  <a:pt x="1428" y="902"/>
                </a:lnTo>
                <a:lnTo>
                  <a:pt x="1602" y="730"/>
                </a:lnTo>
                <a:lnTo>
                  <a:pt x="1602" y="730"/>
                </a:lnTo>
                <a:lnTo>
                  <a:pt x="1945" y="387"/>
                </a:lnTo>
                <a:lnTo>
                  <a:pt x="1945" y="387"/>
                </a:lnTo>
                <a:lnTo>
                  <a:pt x="1954" y="377"/>
                </a:lnTo>
                <a:lnTo>
                  <a:pt x="1964" y="372"/>
                </a:lnTo>
                <a:lnTo>
                  <a:pt x="1973" y="366"/>
                </a:lnTo>
                <a:lnTo>
                  <a:pt x="1983" y="362"/>
                </a:lnTo>
                <a:lnTo>
                  <a:pt x="2002" y="357"/>
                </a:lnTo>
                <a:lnTo>
                  <a:pt x="2017" y="357"/>
                </a:lnTo>
                <a:lnTo>
                  <a:pt x="2031" y="358"/>
                </a:lnTo>
                <a:lnTo>
                  <a:pt x="2042" y="362"/>
                </a:lnTo>
                <a:lnTo>
                  <a:pt x="2052" y="366"/>
                </a:lnTo>
                <a:lnTo>
                  <a:pt x="1996" y="334"/>
                </a:lnTo>
                <a:close/>
              </a:path>
            </a:pathLst>
          </a:custGeom>
          <a:solidFill>
            <a:srgbClr val="7AC2C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79BB8F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p>
            <a:pPr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19"/>
            </p:custDataLst>
          </p:nvPr>
        </p:nvSpPr>
        <p:spPr>
          <a:xfrm flipV="1">
            <a:off x="6818717" y="4371818"/>
            <a:ext cx="180687" cy="79332"/>
          </a:xfrm>
          <a:custGeom>
            <a:avLst/>
            <a:gdLst>
              <a:gd name="connsiteX0" fmla="*/ 124741 w 249483"/>
              <a:gd name="connsiteY0" fmla="*/ 0 h 109537"/>
              <a:gd name="connsiteX1" fmla="*/ 243224 w 249483"/>
              <a:gd name="connsiteY1" fmla="*/ 78536 h 109537"/>
              <a:gd name="connsiteX2" fmla="*/ 249483 w 249483"/>
              <a:gd name="connsiteY2" fmla="*/ 109537 h 109537"/>
              <a:gd name="connsiteX3" fmla="*/ 0 w 249483"/>
              <a:gd name="connsiteY3" fmla="*/ 109537 h 109537"/>
              <a:gd name="connsiteX4" fmla="*/ 6258 w 249483"/>
              <a:gd name="connsiteY4" fmla="*/ 78536 h 109537"/>
              <a:gd name="connsiteX5" fmla="*/ 124741 w 249483"/>
              <a:gd name="connsiteY5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483" h="109537">
                <a:moveTo>
                  <a:pt x="124741" y="0"/>
                </a:moveTo>
                <a:cubicBezTo>
                  <a:pt x="178004" y="0"/>
                  <a:pt x="223703" y="32384"/>
                  <a:pt x="243224" y="78536"/>
                </a:cubicBezTo>
                <a:lnTo>
                  <a:pt x="249483" y="109537"/>
                </a:lnTo>
                <a:lnTo>
                  <a:pt x="0" y="109537"/>
                </a:lnTo>
                <a:lnTo>
                  <a:pt x="6258" y="78536"/>
                </a:lnTo>
                <a:cubicBezTo>
                  <a:pt x="25779" y="32384"/>
                  <a:pt x="71479" y="0"/>
                  <a:pt x="124741" y="0"/>
                </a:cubicBezTo>
                <a:close/>
              </a:path>
            </a:pathLst>
          </a:custGeom>
          <a:solidFill>
            <a:srgbClr val="6BC0A7">
              <a:lumMod val="50000"/>
            </a:srgbClr>
          </a:solidFill>
          <a:ln>
            <a:noFill/>
          </a:ln>
        </p:spPr>
        <p:style>
          <a:lnRef idx="2">
            <a:srgbClr val="8590CA">
              <a:shade val="50000"/>
            </a:srgbClr>
          </a:lnRef>
          <a:fillRef idx="1">
            <a:srgbClr val="8590CA"/>
          </a:fillRef>
          <a:effectRef idx="0">
            <a:srgbClr val="8590CA"/>
          </a:effectRef>
          <a:fontRef idx="minor">
            <a:sysClr val="window" lastClr="FFFFFF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20"/>
            </p:custDataLst>
          </p:nvPr>
        </p:nvSpPr>
        <p:spPr>
          <a:xfrm>
            <a:off x="8524406" y="3617884"/>
            <a:ext cx="180687" cy="79332"/>
          </a:xfrm>
          <a:custGeom>
            <a:avLst/>
            <a:gdLst>
              <a:gd name="connsiteX0" fmla="*/ 124741 w 249483"/>
              <a:gd name="connsiteY0" fmla="*/ 0 h 109537"/>
              <a:gd name="connsiteX1" fmla="*/ 243224 w 249483"/>
              <a:gd name="connsiteY1" fmla="*/ 78536 h 109537"/>
              <a:gd name="connsiteX2" fmla="*/ 249483 w 249483"/>
              <a:gd name="connsiteY2" fmla="*/ 109537 h 109537"/>
              <a:gd name="connsiteX3" fmla="*/ 0 w 249483"/>
              <a:gd name="connsiteY3" fmla="*/ 109537 h 109537"/>
              <a:gd name="connsiteX4" fmla="*/ 6258 w 249483"/>
              <a:gd name="connsiteY4" fmla="*/ 78536 h 109537"/>
              <a:gd name="connsiteX5" fmla="*/ 124741 w 249483"/>
              <a:gd name="connsiteY5" fmla="*/ 0 h 10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483" h="109537">
                <a:moveTo>
                  <a:pt x="124741" y="0"/>
                </a:moveTo>
                <a:cubicBezTo>
                  <a:pt x="178004" y="0"/>
                  <a:pt x="223703" y="32384"/>
                  <a:pt x="243224" y="78536"/>
                </a:cubicBezTo>
                <a:lnTo>
                  <a:pt x="249483" y="109537"/>
                </a:lnTo>
                <a:lnTo>
                  <a:pt x="0" y="109537"/>
                </a:lnTo>
                <a:lnTo>
                  <a:pt x="6258" y="78536"/>
                </a:lnTo>
                <a:cubicBezTo>
                  <a:pt x="25779" y="32384"/>
                  <a:pt x="71479" y="0"/>
                  <a:pt x="124741" y="0"/>
                </a:cubicBezTo>
                <a:close/>
              </a:path>
            </a:pathLst>
          </a:custGeom>
          <a:solidFill>
            <a:srgbClr val="6BC0A7">
              <a:lumMod val="50000"/>
            </a:srgbClr>
          </a:solidFill>
          <a:ln>
            <a:noFill/>
          </a:ln>
        </p:spPr>
        <p:style>
          <a:lnRef idx="2">
            <a:srgbClr val="8590CA">
              <a:shade val="50000"/>
            </a:srgbClr>
          </a:lnRef>
          <a:fillRef idx="1">
            <a:srgbClr val="8590CA"/>
          </a:fillRef>
          <a:effectRef idx="0">
            <a:srgbClr val="8590CA"/>
          </a:effectRef>
          <a:fontRef idx="minor">
            <a:sysClr val="window" lastClr="FFFFFF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0" name="Line 13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7651997" y="4761230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79BB8F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p>
            <a:pPr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1" name="Line 14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7651997" y="4761230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79BB8F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p>
            <a:pPr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2" name="Freeform 15"/>
          <p:cNvSpPr/>
          <p:nvPr>
            <p:custDataLst>
              <p:tags r:id="rId23"/>
            </p:custDataLst>
          </p:nvPr>
        </p:nvSpPr>
        <p:spPr bwMode="auto">
          <a:xfrm>
            <a:off x="6852506" y="3314700"/>
            <a:ext cx="1818797" cy="1444757"/>
          </a:xfrm>
          <a:custGeom>
            <a:avLst/>
            <a:gdLst>
              <a:gd name="T0" fmla="*/ 1996 w 2052"/>
              <a:gd name="T1" fmla="*/ 334 h 1630"/>
              <a:gd name="T2" fmla="*/ 1741 w 2052"/>
              <a:gd name="T3" fmla="*/ 183 h 1630"/>
              <a:gd name="T4" fmla="*/ 1685 w 2052"/>
              <a:gd name="T5" fmla="*/ 162 h 1630"/>
              <a:gd name="T6" fmla="*/ 1428 w 2052"/>
              <a:gd name="T7" fmla="*/ 11 h 1630"/>
              <a:gd name="T8" fmla="*/ 1419 w 2052"/>
              <a:gd name="T9" fmla="*/ 6 h 1630"/>
              <a:gd name="T10" fmla="*/ 1399 w 2052"/>
              <a:gd name="T11" fmla="*/ 0 h 1630"/>
              <a:gd name="T12" fmla="*/ 1373 w 2052"/>
              <a:gd name="T13" fmla="*/ 2 h 1630"/>
              <a:gd name="T14" fmla="*/ 1346 w 2052"/>
              <a:gd name="T15" fmla="*/ 13 h 1630"/>
              <a:gd name="T16" fmla="*/ 1321 w 2052"/>
              <a:gd name="T17" fmla="*/ 32 h 1630"/>
              <a:gd name="T18" fmla="*/ 622 w 2052"/>
              <a:gd name="T19" fmla="*/ 721 h 1630"/>
              <a:gd name="T20" fmla="*/ 450 w 2052"/>
              <a:gd name="T21" fmla="*/ 902 h 1630"/>
              <a:gd name="T22" fmla="*/ 118 w 2052"/>
              <a:gd name="T23" fmla="*/ 1235 h 1630"/>
              <a:gd name="T24" fmla="*/ 95 w 2052"/>
              <a:gd name="T25" fmla="*/ 1253 h 1630"/>
              <a:gd name="T26" fmla="*/ 55 w 2052"/>
              <a:gd name="T27" fmla="*/ 1270 h 1630"/>
              <a:gd name="T28" fmla="*/ 27 w 2052"/>
              <a:gd name="T29" fmla="*/ 1272 h 1630"/>
              <a:gd name="T30" fmla="*/ 0 w 2052"/>
              <a:gd name="T31" fmla="*/ 1268 h 1630"/>
              <a:gd name="T32" fmla="*/ 53 w 2052"/>
              <a:gd name="T33" fmla="*/ 1300 h 1630"/>
              <a:gd name="T34" fmla="*/ 311 w 2052"/>
              <a:gd name="T35" fmla="*/ 1439 h 1630"/>
              <a:gd name="T36" fmla="*/ 357 w 2052"/>
              <a:gd name="T37" fmla="*/ 1472 h 1630"/>
              <a:gd name="T38" fmla="*/ 622 w 2052"/>
              <a:gd name="T39" fmla="*/ 1622 h 1630"/>
              <a:gd name="T40" fmla="*/ 643 w 2052"/>
              <a:gd name="T41" fmla="*/ 1628 h 1630"/>
              <a:gd name="T42" fmla="*/ 677 w 2052"/>
              <a:gd name="T43" fmla="*/ 1626 h 1630"/>
              <a:gd name="T44" fmla="*/ 705 w 2052"/>
              <a:gd name="T45" fmla="*/ 1615 h 1630"/>
              <a:gd name="T46" fmla="*/ 725 w 2052"/>
              <a:gd name="T47" fmla="*/ 1598 h 1630"/>
              <a:gd name="T48" fmla="*/ 742 w 2052"/>
              <a:gd name="T49" fmla="*/ 1590 h 1630"/>
              <a:gd name="T50" fmla="*/ 1602 w 2052"/>
              <a:gd name="T51" fmla="*/ 730 h 1630"/>
              <a:gd name="T52" fmla="*/ 1945 w 2052"/>
              <a:gd name="T53" fmla="*/ 387 h 1630"/>
              <a:gd name="T54" fmla="*/ 1954 w 2052"/>
              <a:gd name="T55" fmla="*/ 377 h 1630"/>
              <a:gd name="T56" fmla="*/ 1973 w 2052"/>
              <a:gd name="T57" fmla="*/ 366 h 1630"/>
              <a:gd name="T58" fmla="*/ 2002 w 2052"/>
              <a:gd name="T59" fmla="*/ 357 h 1630"/>
              <a:gd name="T60" fmla="*/ 2031 w 2052"/>
              <a:gd name="T61" fmla="*/ 358 h 1630"/>
              <a:gd name="T62" fmla="*/ 2052 w 2052"/>
              <a:gd name="T63" fmla="*/ 366 h 1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52" h="1630">
                <a:moveTo>
                  <a:pt x="1996" y="334"/>
                </a:moveTo>
                <a:lnTo>
                  <a:pt x="1996" y="334"/>
                </a:lnTo>
                <a:lnTo>
                  <a:pt x="1741" y="183"/>
                </a:lnTo>
                <a:lnTo>
                  <a:pt x="1741" y="183"/>
                </a:lnTo>
                <a:lnTo>
                  <a:pt x="1685" y="162"/>
                </a:lnTo>
                <a:lnTo>
                  <a:pt x="1685" y="162"/>
                </a:lnTo>
                <a:lnTo>
                  <a:pt x="1428" y="11"/>
                </a:lnTo>
                <a:lnTo>
                  <a:pt x="1428" y="11"/>
                </a:lnTo>
                <a:lnTo>
                  <a:pt x="1428" y="11"/>
                </a:lnTo>
                <a:lnTo>
                  <a:pt x="1419" y="6"/>
                </a:lnTo>
                <a:lnTo>
                  <a:pt x="1409" y="2"/>
                </a:lnTo>
                <a:lnTo>
                  <a:pt x="1399" y="0"/>
                </a:lnTo>
                <a:lnTo>
                  <a:pt x="1390" y="0"/>
                </a:lnTo>
                <a:lnTo>
                  <a:pt x="1373" y="2"/>
                </a:lnTo>
                <a:lnTo>
                  <a:pt x="1359" y="6"/>
                </a:lnTo>
                <a:lnTo>
                  <a:pt x="1346" y="13"/>
                </a:lnTo>
                <a:lnTo>
                  <a:pt x="1335" y="21"/>
                </a:lnTo>
                <a:lnTo>
                  <a:pt x="1321" y="32"/>
                </a:lnTo>
                <a:lnTo>
                  <a:pt x="1321" y="32"/>
                </a:lnTo>
                <a:lnTo>
                  <a:pt x="622" y="721"/>
                </a:lnTo>
                <a:lnTo>
                  <a:pt x="622" y="721"/>
                </a:lnTo>
                <a:lnTo>
                  <a:pt x="450" y="902"/>
                </a:lnTo>
                <a:lnTo>
                  <a:pt x="450" y="902"/>
                </a:lnTo>
                <a:lnTo>
                  <a:pt x="118" y="1235"/>
                </a:lnTo>
                <a:lnTo>
                  <a:pt x="118" y="1235"/>
                </a:lnTo>
                <a:lnTo>
                  <a:pt x="95" y="1253"/>
                </a:lnTo>
                <a:lnTo>
                  <a:pt x="74" y="1262"/>
                </a:lnTo>
                <a:lnTo>
                  <a:pt x="55" y="1270"/>
                </a:lnTo>
                <a:lnTo>
                  <a:pt x="40" y="1272"/>
                </a:lnTo>
                <a:lnTo>
                  <a:pt x="27" y="1272"/>
                </a:lnTo>
                <a:lnTo>
                  <a:pt x="15" y="1270"/>
                </a:lnTo>
                <a:lnTo>
                  <a:pt x="0" y="1268"/>
                </a:lnTo>
                <a:lnTo>
                  <a:pt x="53" y="1300"/>
                </a:lnTo>
                <a:lnTo>
                  <a:pt x="53" y="1300"/>
                </a:lnTo>
                <a:lnTo>
                  <a:pt x="311" y="1439"/>
                </a:lnTo>
                <a:lnTo>
                  <a:pt x="311" y="1439"/>
                </a:lnTo>
                <a:lnTo>
                  <a:pt x="357" y="1472"/>
                </a:lnTo>
                <a:lnTo>
                  <a:pt x="357" y="1472"/>
                </a:lnTo>
                <a:lnTo>
                  <a:pt x="622" y="1622"/>
                </a:lnTo>
                <a:lnTo>
                  <a:pt x="622" y="1622"/>
                </a:lnTo>
                <a:lnTo>
                  <a:pt x="622" y="1622"/>
                </a:lnTo>
                <a:lnTo>
                  <a:pt x="643" y="1628"/>
                </a:lnTo>
                <a:lnTo>
                  <a:pt x="660" y="1630"/>
                </a:lnTo>
                <a:lnTo>
                  <a:pt x="677" y="1626"/>
                </a:lnTo>
                <a:lnTo>
                  <a:pt x="692" y="1622"/>
                </a:lnTo>
                <a:lnTo>
                  <a:pt x="705" y="1615"/>
                </a:lnTo>
                <a:lnTo>
                  <a:pt x="715" y="1607"/>
                </a:lnTo>
                <a:lnTo>
                  <a:pt x="725" y="1598"/>
                </a:lnTo>
                <a:lnTo>
                  <a:pt x="728" y="1590"/>
                </a:lnTo>
                <a:lnTo>
                  <a:pt x="742" y="1590"/>
                </a:lnTo>
                <a:lnTo>
                  <a:pt x="1428" y="902"/>
                </a:lnTo>
                <a:lnTo>
                  <a:pt x="1602" y="730"/>
                </a:lnTo>
                <a:lnTo>
                  <a:pt x="1602" y="730"/>
                </a:lnTo>
                <a:lnTo>
                  <a:pt x="1945" y="387"/>
                </a:lnTo>
                <a:lnTo>
                  <a:pt x="1945" y="387"/>
                </a:lnTo>
                <a:lnTo>
                  <a:pt x="1954" y="377"/>
                </a:lnTo>
                <a:lnTo>
                  <a:pt x="1964" y="372"/>
                </a:lnTo>
                <a:lnTo>
                  <a:pt x="1973" y="366"/>
                </a:lnTo>
                <a:lnTo>
                  <a:pt x="1983" y="362"/>
                </a:lnTo>
                <a:lnTo>
                  <a:pt x="2002" y="357"/>
                </a:lnTo>
                <a:lnTo>
                  <a:pt x="2017" y="357"/>
                </a:lnTo>
                <a:lnTo>
                  <a:pt x="2031" y="358"/>
                </a:lnTo>
                <a:lnTo>
                  <a:pt x="2042" y="362"/>
                </a:lnTo>
                <a:lnTo>
                  <a:pt x="2052" y="366"/>
                </a:lnTo>
                <a:lnTo>
                  <a:pt x="1996" y="334"/>
                </a:lnTo>
                <a:close/>
              </a:path>
            </a:pathLst>
          </a:custGeom>
          <a:solidFill>
            <a:srgbClr val="6BC0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79BB8F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p>
            <a:pPr>
              <a:lnSpc>
                <a:spcPct val="120000"/>
              </a:lnSpc>
            </a:pPr>
            <a:endParaRPr lang="zh-CN" altLang="en-US" sz="135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24"/>
            </p:custDataLst>
          </p:nvPr>
        </p:nvSpPr>
        <p:spPr>
          <a:xfrm>
            <a:off x="4081845" y="620311"/>
            <a:ext cx="2292935" cy="423674"/>
          </a:xfrm>
          <a:prstGeom prst="rect">
            <a:avLst/>
          </a:prstGeom>
          <a:noFill/>
        </p:spPr>
        <p:txBody>
          <a:bodyPr wrap="square" rtlCol="0">
            <a:normAutofit fontScale="90000" lnSpcReduction="10000"/>
          </a:bodyPr>
          <a:p>
            <a:pPr algn="l">
              <a:lnSpc>
                <a:spcPct val="120000"/>
              </a:lnSpc>
            </a:pPr>
            <a:r>
              <a:rPr lang="zh-CN" altLang="en-US" sz="2100" b="1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研究内容</a:t>
            </a:r>
            <a:endParaRPr lang="zh-CN" altLang="en-US" sz="2100" b="1">
              <a:solidFill>
                <a:sysClr val="windowText" lastClr="000000">
                  <a:lumMod val="85000"/>
                  <a:lumOff val="15000"/>
                </a:sysClr>
              </a:solidFill>
              <a:latin typeface="Arial" panose="020B0604020202020204" pitchFamily="34" charset="0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25"/>
            </p:custDataLst>
          </p:nvPr>
        </p:nvSpPr>
        <p:spPr>
          <a:xfrm>
            <a:off x="4087495" y="1106170"/>
            <a:ext cx="4409440" cy="1961515"/>
          </a:xfrm>
          <a:prstGeom prst="rect">
            <a:avLst/>
          </a:prstGeom>
          <a:noFill/>
        </p:spPr>
        <p:txBody>
          <a:bodyPr wrap="square" rtlCol="0"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+mn-ea"/>
              </a:rPr>
              <a:t>本毕设，旨在开发一个用于匹配技术专利以及相关技术标准的算法。该算法需要基于深度学习的相关知识来找到合适的模型及其参数，同时这个模型还必须在实际的应用中——即与专利、标准相关的数据集中，取得预期中的效果。</a:t>
            </a:r>
            <a:endParaRPr lang="zh-CN" altLang="en-US" sz="1600">
              <a:solidFill>
                <a:sysClr val="windowText" lastClr="000000">
                  <a:lumMod val="75000"/>
                  <a:lumOff val="2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  <a:sym typeface="+mn-ea"/>
            </a:endParaRPr>
          </a:p>
        </p:txBody>
      </p:sp>
      <p:sp>
        <p:nvSpPr>
          <p:cNvPr id="46" name="文本框 45"/>
          <p:cNvSpPr txBox="1"/>
          <p:nvPr>
            <p:custDataLst>
              <p:tags r:id="rId26"/>
            </p:custDataLst>
          </p:nvPr>
        </p:nvSpPr>
        <p:spPr>
          <a:xfrm rot="18810294">
            <a:off x="4172630" y="3835980"/>
            <a:ext cx="1407389" cy="322396"/>
          </a:xfrm>
          <a:prstGeom prst="rect">
            <a:avLst/>
          </a:prstGeom>
          <a:noFill/>
        </p:spPr>
        <p:txBody>
          <a:bodyPr wrap="square" rtlCol="0">
            <a:normAutofit fontScale="37500"/>
          </a:bodyPr>
          <a:p>
            <a:pPr algn="l">
              <a:lnSpc>
                <a:spcPct val="120000"/>
              </a:lnSpc>
            </a:pPr>
            <a:r>
              <a:rPr lang="en-US" altLang="zh-CN" sz="3200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zh-CN" altLang="en-US" sz="3200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实体关系挖掘</a:t>
            </a:r>
            <a:endParaRPr lang="zh-CN" altLang="en-US" sz="3200" b="1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7" name="文本框 46"/>
          <p:cNvSpPr txBox="1"/>
          <p:nvPr>
            <p:custDataLst>
              <p:tags r:id="rId27"/>
            </p:custDataLst>
          </p:nvPr>
        </p:nvSpPr>
        <p:spPr>
          <a:xfrm rot="18810294">
            <a:off x="5582384" y="3919593"/>
            <a:ext cx="1407389" cy="322396"/>
          </a:xfrm>
          <a:prstGeom prst="rect">
            <a:avLst/>
          </a:prstGeom>
          <a:noFill/>
        </p:spPr>
        <p:txBody>
          <a:bodyPr wrap="square" rtlCol="0">
            <a:normAutofit fontScale="87500" lnSpcReduction="10000"/>
          </a:bodyPr>
          <a:p>
            <a:pPr algn="l">
              <a:lnSpc>
                <a:spcPct val="120000"/>
              </a:lnSpc>
            </a:pPr>
            <a:r>
              <a:rPr lang="en-US" altLang="zh-CN" sz="1500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NER</a:t>
            </a:r>
            <a:r>
              <a:rPr lang="zh-CN" altLang="en-US" sz="1500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模型迁移</a:t>
            </a:r>
            <a:endParaRPr lang="en-US" altLang="zh-CN" sz="1500" b="1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8" name="文本框 47"/>
          <p:cNvSpPr txBox="1"/>
          <p:nvPr>
            <p:custDataLst>
              <p:tags r:id="rId28"/>
            </p:custDataLst>
          </p:nvPr>
        </p:nvSpPr>
        <p:spPr>
          <a:xfrm rot="18810294">
            <a:off x="7099184" y="3851023"/>
            <a:ext cx="1407389" cy="322396"/>
          </a:xfrm>
          <a:prstGeom prst="rect">
            <a:avLst/>
          </a:prstGeom>
          <a:noFill/>
        </p:spPr>
        <p:txBody>
          <a:bodyPr wrap="square" rtlCol="0">
            <a:normAutofit fontScale="87500" lnSpcReduction="10000"/>
          </a:bodyPr>
          <a:p>
            <a:pPr algn="l">
              <a:lnSpc>
                <a:spcPct val="120000"/>
              </a:lnSpc>
            </a:pPr>
            <a:r>
              <a:rPr lang="en-US" altLang="zh-CN" sz="1500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zh-CN" altLang="en-US" sz="1500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改进</a:t>
            </a:r>
            <a:r>
              <a:rPr lang="en-US" altLang="zh-CN" sz="1500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NER</a:t>
            </a:r>
            <a:r>
              <a:rPr lang="zh-CN" altLang="en-US" sz="1500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算法</a:t>
            </a:r>
            <a:endParaRPr lang="zh-CN" altLang="en-US" sz="1500" b="1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29"/>
            </p:custDataLst>
          </p:nvPr>
        </p:nvSpPr>
        <p:spPr>
          <a:xfrm>
            <a:off x="3995435" y="65316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  <p:custDataLst>
      <p:tags r:id="rId3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任意多边形: 形状 53"/>
          <p:cNvSpPr/>
          <p:nvPr>
            <p:custDataLst>
              <p:tags r:id="rId1"/>
            </p:custDataLst>
          </p:nvPr>
        </p:nvSpPr>
        <p:spPr>
          <a:xfrm flipH="1" flipV="1">
            <a:off x="4711818" y="2930535"/>
            <a:ext cx="1629202" cy="414299"/>
          </a:xfrm>
          <a:custGeom>
            <a:avLst/>
            <a:gdLst>
              <a:gd name="connsiteX0" fmla="*/ 0 w 2280212"/>
              <a:gd name="connsiteY0" fmla="*/ 0 h 456528"/>
              <a:gd name="connsiteX1" fmla="*/ 2280212 w 2280212"/>
              <a:gd name="connsiteY1" fmla="*/ 0 h 456528"/>
              <a:gd name="connsiteX2" fmla="*/ 2280212 w 2280212"/>
              <a:gd name="connsiteY2" fmla="*/ 456528 h 456528"/>
              <a:gd name="connsiteX3" fmla="*/ 0 w 2280212"/>
              <a:gd name="connsiteY3" fmla="*/ 456528 h 456528"/>
              <a:gd name="connsiteX4" fmla="*/ 210252 w 2280212"/>
              <a:gd name="connsiteY4" fmla="*/ 228264 h 456528"/>
              <a:gd name="connsiteX0-1" fmla="*/ 0 w 2280212"/>
              <a:gd name="connsiteY0-2" fmla="*/ 0 h 458433"/>
              <a:gd name="connsiteX1-3" fmla="*/ 2280212 w 2280212"/>
              <a:gd name="connsiteY1-4" fmla="*/ 0 h 458433"/>
              <a:gd name="connsiteX2-5" fmla="*/ 1989861 w 2280212"/>
              <a:gd name="connsiteY2-6" fmla="*/ 458433 h 458433"/>
              <a:gd name="connsiteX3-7" fmla="*/ 0 w 2280212"/>
              <a:gd name="connsiteY3-8" fmla="*/ 456528 h 458433"/>
              <a:gd name="connsiteX4-9" fmla="*/ 210252 w 2280212"/>
              <a:gd name="connsiteY4-10" fmla="*/ 228264 h 458433"/>
              <a:gd name="connsiteX5" fmla="*/ 0 w 2280212"/>
              <a:gd name="connsiteY5" fmla="*/ 0 h 458433"/>
              <a:gd name="connsiteX0-11" fmla="*/ 0 w 2280212"/>
              <a:gd name="connsiteY0-12" fmla="*/ 0 h 456528"/>
              <a:gd name="connsiteX1-13" fmla="*/ 2280212 w 2280212"/>
              <a:gd name="connsiteY1-14" fmla="*/ 0 h 456528"/>
              <a:gd name="connsiteX2-15" fmla="*/ 2001959 w 2280212"/>
              <a:gd name="connsiteY2-16" fmla="*/ 456528 h 456528"/>
              <a:gd name="connsiteX3-17" fmla="*/ 0 w 2280212"/>
              <a:gd name="connsiteY3-18" fmla="*/ 456528 h 456528"/>
              <a:gd name="connsiteX4-19" fmla="*/ 210252 w 2280212"/>
              <a:gd name="connsiteY4-20" fmla="*/ 228264 h 456528"/>
              <a:gd name="connsiteX5-21" fmla="*/ 0 w 2280212"/>
              <a:gd name="connsiteY5-22" fmla="*/ 0 h 4565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280212" h="456528">
                <a:moveTo>
                  <a:pt x="0" y="0"/>
                </a:moveTo>
                <a:lnTo>
                  <a:pt x="2280212" y="0"/>
                </a:lnTo>
                <a:lnTo>
                  <a:pt x="2001959" y="456528"/>
                </a:lnTo>
                <a:lnTo>
                  <a:pt x="0" y="456528"/>
                </a:lnTo>
                <a:lnTo>
                  <a:pt x="210252" y="228264"/>
                </a:lnTo>
                <a:lnTo>
                  <a:pt x="0" y="0"/>
                </a:lnTo>
                <a:close/>
              </a:path>
            </a:pathLst>
          </a:custGeom>
          <a:solidFill>
            <a:srgbClr val="69A35B">
              <a:lumMod val="75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>
            <p:custDataLst>
              <p:tags r:id="rId2"/>
            </p:custDataLst>
          </p:nvPr>
        </p:nvCxnSpPr>
        <p:spPr>
          <a:xfrm flipV="1">
            <a:off x="3113893" y="2468245"/>
            <a:ext cx="1597925" cy="2876552"/>
          </a:xfrm>
          <a:prstGeom prst="line">
            <a:avLst/>
          </a:prstGeom>
          <a:ln w="6350">
            <a:solidFill>
              <a:srgbClr val="000000">
                <a:lumMod val="65000"/>
                <a:lumOff val="35000"/>
              </a:srgbClr>
            </a:solidFill>
            <a:tailEnd type="oval"/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22" name="任意多边形: 形状 21"/>
          <p:cNvSpPr/>
          <p:nvPr>
            <p:custDataLst>
              <p:tags r:id="rId3"/>
            </p:custDataLst>
          </p:nvPr>
        </p:nvSpPr>
        <p:spPr>
          <a:xfrm>
            <a:off x="1904486" y="2930535"/>
            <a:ext cx="1964939" cy="414299"/>
          </a:xfrm>
          <a:custGeom>
            <a:avLst/>
            <a:gdLst>
              <a:gd name="connsiteX0" fmla="*/ 0 w 2280212"/>
              <a:gd name="connsiteY0" fmla="*/ 0 h 456528"/>
              <a:gd name="connsiteX1" fmla="*/ 2280212 w 2280212"/>
              <a:gd name="connsiteY1" fmla="*/ 0 h 456528"/>
              <a:gd name="connsiteX2" fmla="*/ 2280212 w 2280212"/>
              <a:gd name="connsiteY2" fmla="*/ 456528 h 456528"/>
              <a:gd name="connsiteX3" fmla="*/ 0 w 2280212"/>
              <a:gd name="connsiteY3" fmla="*/ 456528 h 456528"/>
              <a:gd name="connsiteX4" fmla="*/ 210252 w 2280212"/>
              <a:gd name="connsiteY4" fmla="*/ 228264 h 456528"/>
              <a:gd name="connsiteX0-1" fmla="*/ 0 w 2280212"/>
              <a:gd name="connsiteY0-2" fmla="*/ 0 h 458433"/>
              <a:gd name="connsiteX1-3" fmla="*/ 2280212 w 2280212"/>
              <a:gd name="connsiteY1-4" fmla="*/ 0 h 458433"/>
              <a:gd name="connsiteX2-5" fmla="*/ 1989861 w 2280212"/>
              <a:gd name="connsiteY2-6" fmla="*/ 458433 h 458433"/>
              <a:gd name="connsiteX3-7" fmla="*/ 0 w 2280212"/>
              <a:gd name="connsiteY3-8" fmla="*/ 456528 h 458433"/>
              <a:gd name="connsiteX4-9" fmla="*/ 210252 w 2280212"/>
              <a:gd name="connsiteY4-10" fmla="*/ 228264 h 458433"/>
              <a:gd name="connsiteX5" fmla="*/ 0 w 2280212"/>
              <a:gd name="connsiteY5" fmla="*/ 0 h 458433"/>
              <a:gd name="connsiteX0-11" fmla="*/ 0 w 2280212"/>
              <a:gd name="connsiteY0-12" fmla="*/ 0 h 456528"/>
              <a:gd name="connsiteX1-13" fmla="*/ 2280212 w 2280212"/>
              <a:gd name="connsiteY1-14" fmla="*/ 0 h 456528"/>
              <a:gd name="connsiteX2-15" fmla="*/ 2001959 w 2280212"/>
              <a:gd name="connsiteY2-16" fmla="*/ 456528 h 456528"/>
              <a:gd name="connsiteX3-17" fmla="*/ 0 w 2280212"/>
              <a:gd name="connsiteY3-18" fmla="*/ 456528 h 456528"/>
              <a:gd name="connsiteX4-19" fmla="*/ 210252 w 2280212"/>
              <a:gd name="connsiteY4-20" fmla="*/ 228264 h 456528"/>
              <a:gd name="connsiteX5-21" fmla="*/ 0 w 2280212"/>
              <a:gd name="connsiteY5-22" fmla="*/ 0 h 4565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280212" h="456528">
                <a:moveTo>
                  <a:pt x="0" y="0"/>
                </a:moveTo>
                <a:lnTo>
                  <a:pt x="2280212" y="0"/>
                </a:lnTo>
                <a:lnTo>
                  <a:pt x="2001959" y="456528"/>
                </a:lnTo>
                <a:lnTo>
                  <a:pt x="0" y="456528"/>
                </a:lnTo>
                <a:lnTo>
                  <a:pt x="210252" y="228264"/>
                </a:lnTo>
                <a:lnTo>
                  <a:pt x="0" y="0"/>
                </a:lnTo>
                <a:close/>
              </a:path>
            </a:pathLst>
          </a:custGeom>
          <a:solidFill>
            <a:srgbClr val="1F74AD">
              <a:lumMod val="75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>
            <p:custDataLst>
              <p:tags r:id="rId4"/>
            </p:custDataLst>
          </p:nvPr>
        </p:nvSpPr>
        <p:spPr>
          <a:xfrm>
            <a:off x="1854480" y="2868623"/>
            <a:ext cx="1964939" cy="414299"/>
          </a:xfrm>
          <a:custGeom>
            <a:avLst/>
            <a:gdLst>
              <a:gd name="connsiteX0" fmla="*/ 0 w 2280212"/>
              <a:gd name="connsiteY0" fmla="*/ 0 h 456528"/>
              <a:gd name="connsiteX1" fmla="*/ 2280212 w 2280212"/>
              <a:gd name="connsiteY1" fmla="*/ 0 h 456528"/>
              <a:gd name="connsiteX2" fmla="*/ 2280212 w 2280212"/>
              <a:gd name="connsiteY2" fmla="*/ 456528 h 456528"/>
              <a:gd name="connsiteX3" fmla="*/ 0 w 2280212"/>
              <a:gd name="connsiteY3" fmla="*/ 456528 h 456528"/>
              <a:gd name="connsiteX4" fmla="*/ 210252 w 2280212"/>
              <a:gd name="connsiteY4" fmla="*/ 228264 h 456528"/>
              <a:gd name="connsiteX0-1" fmla="*/ 0 w 2280212"/>
              <a:gd name="connsiteY0-2" fmla="*/ 0 h 458433"/>
              <a:gd name="connsiteX1-3" fmla="*/ 2280212 w 2280212"/>
              <a:gd name="connsiteY1-4" fmla="*/ 0 h 458433"/>
              <a:gd name="connsiteX2-5" fmla="*/ 1989861 w 2280212"/>
              <a:gd name="connsiteY2-6" fmla="*/ 458433 h 458433"/>
              <a:gd name="connsiteX3-7" fmla="*/ 0 w 2280212"/>
              <a:gd name="connsiteY3-8" fmla="*/ 456528 h 458433"/>
              <a:gd name="connsiteX4-9" fmla="*/ 210252 w 2280212"/>
              <a:gd name="connsiteY4-10" fmla="*/ 228264 h 458433"/>
              <a:gd name="connsiteX5" fmla="*/ 0 w 2280212"/>
              <a:gd name="connsiteY5" fmla="*/ 0 h 458433"/>
              <a:gd name="connsiteX0-11" fmla="*/ 0 w 2280212"/>
              <a:gd name="connsiteY0-12" fmla="*/ 0 h 456528"/>
              <a:gd name="connsiteX1-13" fmla="*/ 2280212 w 2280212"/>
              <a:gd name="connsiteY1-14" fmla="*/ 0 h 456528"/>
              <a:gd name="connsiteX2-15" fmla="*/ 2001959 w 2280212"/>
              <a:gd name="connsiteY2-16" fmla="*/ 456528 h 456528"/>
              <a:gd name="connsiteX3-17" fmla="*/ 0 w 2280212"/>
              <a:gd name="connsiteY3-18" fmla="*/ 456528 h 456528"/>
              <a:gd name="connsiteX4-19" fmla="*/ 210252 w 2280212"/>
              <a:gd name="connsiteY4-20" fmla="*/ 228264 h 456528"/>
              <a:gd name="connsiteX5-21" fmla="*/ 0 w 2280212"/>
              <a:gd name="connsiteY5-22" fmla="*/ 0 h 4565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280212" h="456528">
                <a:moveTo>
                  <a:pt x="0" y="0"/>
                </a:moveTo>
                <a:lnTo>
                  <a:pt x="2280212" y="0"/>
                </a:lnTo>
                <a:lnTo>
                  <a:pt x="2001959" y="456528"/>
                </a:lnTo>
                <a:lnTo>
                  <a:pt x="0" y="456528"/>
                </a:lnTo>
                <a:lnTo>
                  <a:pt x="210252" y="228264"/>
                </a:lnTo>
                <a:lnTo>
                  <a:pt x="0" y="0"/>
                </a:lnTo>
                <a:close/>
              </a:path>
            </a:pathLst>
          </a:custGeom>
          <a:solidFill>
            <a:srgbClr val="1F74AD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5"/>
            </p:custDataLst>
          </p:nvPr>
        </p:nvSpPr>
        <p:spPr>
          <a:xfrm>
            <a:off x="1965960" y="2914015"/>
            <a:ext cx="1752600" cy="368935"/>
          </a:xfrm>
          <a:prstGeom prst="rect">
            <a:avLst/>
          </a:prstGeom>
          <a:noFill/>
        </p:spPr>
        <p:txBody>
          <a:bodyPr wrap="square" rtlCol="0" anchor="ctr" anchorCtr="0"/>
          <a:p>
            <a:pPr algn="ctr">
              <a:lnSpc>
                <a:spcPct val="120000"/>
              </a:lnSpc>
            </a:pPr>
            <a:r>
              <a:rPr lang="en-US" altLang="zh-CN" sz="1400" b="1" spc="3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BiLstm-CRF</a:t>
            </a:r>
            <a:endParaRPr lang="en-US" altLang="zh-CN" sz="1400" b="1" spc="3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45" name="任意多边形: 形状 44"/>
          <p:cNvSpPr/>
          <p:nvPr>
            <p:custDataLst>
              <p:tags r:id="rId6"/>
            </p:custDataLst>
          </p:nvPr>
        </p:nvSpPr>
        <p:spPr>
          <a:xfrm flipH="1" flipV="1">
            <a:off x="4817388" y="2868623"/>
            <a:ext cx="1629202" cy="414299"/>
          </a:xfrm>
          <a:custGeom>
            <a:avLst/>
            <a:gdLst>
              <a:gd name="connsiteX0" fmla="*/ 0 w 2280212"/>
              <a:gd name="connsiteY0" fmla="*/ 0 h 456528"/>
              <a:gd name="connsiteX1" fmla="*/ 2280212 w 2280212"/>
              <a:gd name="connsiteY1" fmla="*/ 0 h 456528"/>
              <a:gd name="connsiteX2" fmla="*/ 2280212 w 2280212"/>
              <a:gd name="connsiteY2" fmla="*/ 456528 h 456528"/>
              <a:gd name="connsiteX3" fmla="*/ 0 w 2280212"/>
              <a:gd name="connsiteY3" fmla="*/ 456528 h 456528"/>
              <a:gd name="connsiteX4" fmla="*/ 210252 w 2280212"/>
              <a:gd name="connsiteY4" fmla="*/ 228264 h 456528"/>
              <a:gd name="connsiteX0-1" fmla="*/ 0 w 2280212"/>
              <a:gd name="connsiteY0-2" fmla="*/ 0 h 458433"/>
              <a:gd name="connsiteX1-3" fmla="*/ 2280212 w 2280212"/>
              <a:gd name="connsiteY1-4" fmla="*/ 0 h 458433"/>
              <a:gd name="connsiteX2-5" fmla="*/ 1989861 w 2280212"/>
              <a:gd name="connsiteY2-6" fmla="*/ 458433 h 458433"/>
              <a:gd name="connsiteX3-7" fmla="*/ 0 w 2280212"/>
              <a:gd name="connsiteY3-8" fmla="*/ 456528 h 458433"/>
              <a:gd name="connsiteX4-9" fmla="*/ 210252 w 2280212"/>
              <a:gd name="connsiteY4-10" fmla="*/ 228264 h 458433"/>
              <a:gd name="connsiteX5" fmla="*/ 0 w 2280212"/>
              <a:gd name="connsiteY5" fmla="*/ 0 h 458433"/>
              <a:gd name="connsiteX0-11" fmla="*/ 0 w 2280212"/>
              <a:gd name="connsiteY0-12" fmla="*/ 0 h 456528"/>
              <a:gd name="connsiteX1-13" fmla="*/ 2280212 w 2280212"/>
              <a:gd name="connsiteY1-14" fmla="*/ 0 h 456528"/>
              <a:gd name="connsiteX2-15" fmla="*/ 2001959 w 2280212"/>
              <a:gd name="connsiteY2-16" fmla="*/ 456528 h 456528"/>
              <a:gd name="connsiteX3-17" fmla="*/ 0 w 2280212"/>
              <a:gd name="connsiteY3-18" fmla="*/ 456528 h 456528"/>
              <a:gd name="connsiteX4-19" fmla="*/ 210252 w 2280212"/>
              <a:gd name="connsiteY4-20" fmla="*/ 228264 h 456528"/>
              <a:gd name="connsiteX5-21" fmla="*/ 0 w 2280212"/>
              <a:gd name="connsiteY5-22" fmla="*/ 0 h 4565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280212" h="456528">
                <a:moveTo>
                  <a:pt x="0" y="0"/>
                </a:moveTo>
                <a:lnTo>
                  <a:pt x="2280212" y="0"/>
                </a:lnTo>
                <a:lnTo>
                  <a:pt x="2001959" y="456528"/>
                </a:lnTo>
                <a:lnTo>
                  <a:pt x="0" y="456528"/>
                </a:lnTo>
                <a:lnTo>
                  <a:pt x="210252" y="228264"/>
                </a:lnTo>
                <a:lnTo>
                  <a:pt x="0" y="0"/>
                </a:lnTo>
                <a:close/>
              </a:path>
            </a:pathLst>
          </a:custGeom>
          <a:solidFill>
            <a:srgbClr val="69A35B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>
            <p:custDataLst>
              <p:tags r:id="rId7"/>
            </p:custDataLst>
          </p:nvPr>
        </p:nvSpPr>
        <p:spPr>
          <a:xfrm>
            <a:off x="4874260" y="2914015"/>
            <a:ext cx="1515745" cy="368935"/>
          </a:xfrm>
          <a:prstGeom prst="rect">
            <a:avLst/>
          </a:prstGeom>
          <a:noFill/>
        </p:spPr>
        <p:txBody>
          <a:bodyPr wrap="square" rtlCol="0" anchor="ctr"/>
          <a:p>
            <a:pPr algn="ctr">
              <a:lnSpc>
                <a:spcPct val="120000"/>
              </a:lnSpc>
            </a:pPr>
            <a:r>
              <a:rPr lang="en-US" altLang="zh-CN" sz="1400" b="1" spc="3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BERT</a:t>
            </a:r>
            <a:endParaRPr lang="en-US" altLang="zh-CN" sz="1400" b="1" spc="3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5" name="平行四边形 24"/>
          <p:cNvSpPr/>
          <p:nvPr>
            <p:custDataLst>
              <p:tags r:id="rId8"/>
            </p:custDataLst>
          </p:nvPr>
        </p:nvSpPr>
        <p:spPr>
          <a:xfrm>
            <a:off x="3032486" y="3863877"/>
            <a:ext cx="328328" cy="185231"/>
          </a:xfrm>
          <a:prstGeom prst="parallelogram">
            <a:avLst>
              <a:gd name="adj" fmla="val 57736"/>
            </a:avLst>
          </a:prstGeom>
          <a:solidFill>
            <a:srgbClr val="175782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平行四边形 12"/>
          <p:cNvSpPr/>
          <p:nvPr>
            <p:custDataLst>
              <p:tags r:id="rId9"/>
            </p:custDataLst>
          </p:nvPr>
        </p:nvSpPr>
        <p:spPr>
          <a:xfrm>
            <a:off x="3004818" y="3836337"/>
            <a:ext cx="328328" cy="185231"/>
          </a:xfrm>
          <a:prstGeom prst="parallelogram">
            <a:avLst>
              <a:gd name="adj" fmla="val 57736"/>
            </a:avLst>
          </a:prstGeom>
          <a:solidFill>
            <a:srgbClr val="1F74AD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0"/>
            </p:custDataLst>
          </p:nvPr>
        </p:nvSpPr>
        <p:spPr>
          <a:xfrm>
            <a:off x="774286" y="3782478"/>
            <a:ext cx="2218268" cy="253916"/>
          </a:xfrm>
          <a:prstGeom prst="rect">
            <a:avLst/>
          </a:prstGeom>
          <a:noFill/>
        </p:spPr>
        <p:txBody>
          <a:bodyPr wrap="square" rtlCol="0" anchor="ctr"/>
          <a:p>
            <a:pPr algn="r">
              <a:lnSpc>
                <a:spcPct val="120000"/>
              </a:lnSpc>
            </a:pPr>
            <a:r>
              <a:rPr lang="zh-CN" altLang="en-US" sz="1600" spc="15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模型轻量化</a:t>
            </a:r>
            <a:endParaRPr lang="zh-CN" altLang="en-US" sz="1600" spc="15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平行四边形 45"/>
          <p:cNvSpPr/>
          <p:nvPr>
            <p:custDataLst>
              <p:tags r:id="rId11"/>
            </p:custDataLst>
          </p:nvPr>
        </p:nvSpPr>
        <p:spPr>
          <a:xfrm>
            <a:off x="2784867" y="4391790"/>
            <a:ext cx="328328" cy="185231"/>
          </a:xfrm>
          <a:prstGeom prst="parallelogram">
            <a:avLst>
              <a:gd name="adj" fmla="val 57736"/>
            </a:avLst>
          </a:prstGeom>
          <a:solidFill>
            <a:srgbClr val="175782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平行四边形 46"/>
          <p:cNvSpPr/>
          <p:nvPr>
            <p:custDataLst>
              <p:tags r:id="rId12"/>
            </p:custDataLst>
          </p:nvPr>
        </p:nvSpPr>
        <p:spPr>
          <a:xfrm>
            <a:off x="2757199" y="4364250"/>
            <a:ext cx="328328" cy="185231"/>
          </a:xfrm>
          <a:prstGeom prst="parallelogram">
            <a:avLst>
              <a:gd name="adj" fmla="val 57736"/>
            </a:avLst>
          </a:prstGeom>
          <a:solidFill>
            <a:srgbClr val="1F74AD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13"/>
            </p:custDataLst>
          </p:nvPr>
        </p:nvSpPr>
        <p:spPr>
          <a:xfrm>
            <a:off x="526667" y="4310391"/>
            <a:ext cx="2218268" cy="253916"/>
          </a:xfrm>
          <a:prstGeom prst="rect">
            <a:avLst/>
          </a:prstGeom>
          <a:noFill/>
        </p:spPr>
        <p:txBody>
          <a:bodyPr wrap="square" rtlCol="0" anchor="ctr"/>
          <a:p>
            <a:pPr algn="r">
              <a:lnSpc>
                <a:spcPct val="120000"/>
              </a:lnSpc>
            </a:pPr>
            <a:r>
              <a:rPr lang="zh-CN" altLang="en-US" sz="1600" spc="15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训练收敛快</a:t>
            </a:r>
            <a:endParaRPr lang="zh-CN" altLang="en-US" sz="1600" spc="15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平行四边形 58"/>
          <p:cNvSpPr/>
          <p:nvPr>
            <p:custDataLst>
              <p:tags r:id="rId14"/>
            </p:custDataLst>
          </p:nvPr>
        </p:nvSpPr>
        <p:spPr>
          <a:xfrm>
            <a:off x="4377821" y="3863877"/>
            <a:ext cx="328328" cy="185231"/>
          </a:xfrm>
          <a:prstGeom prst="parallelogram">
            <a:avLst>
              <a:gd name="adj" fmla="val 57736"/>
            </a:avLst>
          </a:prstGeom>
          <a:solidFill>
            <a:srgbClr val="69A35B">
              <a:lumMod val="75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60" name="平行四边形 59"/>
          <p:cNvSpPr/>
          <p:nvPr>
            <p:custDataLst>
              <p:tags r:id="rId15"/>
            </p:custDataLst>
          </p:nvPr>
        </p:nvSpPr>
        <p:spPr>
          <a:xfrm>
            <a:off x="4350152" y="3836337"/>
            <a:ext cx="328328" cy="185231"/>
          </a:xfrm>
          <a:prstGeom prst="parallelogram">
            <a:avLst>
              <a:gd name="adj" fmla="val 57736"/>
            </a:avLst>
          </a:prstGeom>
          <a:solidFill>
            <a:srgbClr val="69A35B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平行四边形 61"/>
          <p:cNvSpPr/>
          <p:nvPr>
            <p:custDataLst>
              <p:tags r:id="rId16"/>
            </p:custDataLst>
          </p:nvPr>
        </p:nvSpPr>
        <p:spPr>
          <a:xfrm>
            <a:off x="4088601" y="4405560"/>
            <a:ext cx="328328" cy="185231"/>
          </a:xfrm>
          <a:prstGeom prst="parallelogram">
            <a:avLst>
              <a:gd name="adj" fmla="val 57736"/>
            </a:avLst>
          </a:prstGeom>
          <a:solidFill>
            <a:srgbClr val="69A35B">
              <a:lumMod val="75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平行四边形 62"/>
          <p:cNvSpPr/>
          <p:nvPr>
            <p:custDataLst>
              <p:tags r:id="rId17"/>
            </p:custDataLst>
          </p:nvPr>
        </p:nvSpPr>
        <p:spPr>
          <a:xfrm>
            <a:off x="4060933" y="4378020"/>
            <a:ext cx="328328" cy="185231"/>
          </a:xfrm>
          <a:prstGeom prst="parallelogram">
            <a:avLst>
              <a:gd name="adj" fmla="val 57736"/>
            </a:avLst>
          </a:prstGeom>
          <a:solidFill>
            <a:srgbClr val="69A35B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文本框 66"/>
          <p:cNvSpPr txBox="1"/>
          <p:nvPr>
            <p:custDataLst>
              <p:tags r:id="rId18"/>
            </p:custDataLst>
          </p:nvPr>
        </p:nvSpPr>
        <p:spPr>
          <a:xfrm>
            <a:off x="4846320" y="3782695"/>
            <a:ext cx="3607435" cy="254000"/>
          </a:xfrm>
          <a:prstGeom prst="rect">
            <a:avLst/>
          </a:prstGeom>
          <a:noFill/>
        </p:spPr>
        <p:txBody>
          <a:bodyPr wrap="square" rtlCol="0"/>
          <a:p>
            <a:pPr>
              <a:lnSpc>
                <a:spcPct val="120000"/>
              </a:lnSpc>
            </a:pPr>
            <a:r>
              <a:rPr lang="zh-CN" altLang="zh-CN" sz="1600" spc="15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对于嵌套句型的抽取效果更好</a:t>
            </a:r>
            <a:endParaRPr lang="zh-CN" altLang="zh-CN" sz="1600" spc="15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19"/>
            </p:custDataLst>
          </p:nvPr>
        </p:nvSpPr>
        <p:spPr>
          <a:xfrm>
            <a:off x="4558665" y="4364355"/>
            <a:ext cx="2895600" cy="254000"/>
          </a:xfrm>
          <a:prstGeom prst="rect">
            <a:avLst/>
          </a:prstGeom>
          <a:noFill/>
        </p:spPr>
        <p:txBody>
          <a:bodyPr wrap="square" rtlCol="0"/>
          <a:p>
            <a:pPr>
              <a:lnSpc>
                <a:spcPct val="120000"/>
              </a:lnSpc>
            </a:pPr>
            <a:r>
              <a:rPr lang="zh-CN" altLang="en-US" sz="1600" spc="15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在长句上的抽取效果更好</a:t>
            </a:r>
            <a:endParaRPr lang="zh-CN" altLang="en-US" sz="1600" spc="15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0"/>
            </p:custDataLst>
          </p:nvPr>
        </p:nvSpPr>
        <p:spPr>
          <a:xfrm>
            <a:off x="2840875" y="1460643"/>
            <a:ext cx="3462251" cy="65912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algn="ctr">
              <a:lnSpc>
                <a:spcPct val="120000"/>
              </a:lnSpc>
            </a:pPr>
            <a:r>
              <a:rPr lang="zh-CN" altLang="en-US" sz="2400" b="1" spc="30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模型选取</a:t>
            </a:r>
            <a:endParaRPr lang="zh-CN" altLang="en-US" sz="2400" b="1" spc="30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21"/>
            </p:custDataLst>
          </p:nvPr>
        </p:nvSpPr>
        <p:spPr>
          <a:xfrm>
            <a:off x="3648090" y="162852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11256" y="1211484"/>
            <a:ext cx="8289844" cy="5892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>
              <a:lnSpc>
                <a:spcPct val="120000"/>
              </a:lnSpc>
            </a:pPr>
            <a:r>
              <a:rPr lang="en-US" altLang="zh-CN" sz="2700" b="1" spc="3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BiLSTM-CRF</a:t>
            </a:r>
            <a:endParaRPr lang="en-US" altLang="zh-CN" sz="2700" b="1" spc="300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2440" y="132753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352425" y="2139315"/>
            <a:ext cx="8482330" cy="3390900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85000"/>
                <a:alpha val="50000"/>
              </a:sysClr>
            </a:solidFill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4"/>
            </p:custDataLst>
          </p:nvPr>
        </p:nvCxnSpPr>
        <p:spPr>
          <a:xfrm>
            <a:off x="899795" y="5300980"/>
            <a:ext cx="337820" cy="0"/>
          </a:xfrm>
          <a:prstGeom prst="line">
            <a:avLst/>
          </a:prstGeom>
          <a:ln w="50800">
            <a:solidFill>
              <a:srgbClr val="00A6CC"/>
            </a:solidFill>
          </a:ln>
        </p:spPr>
        <p:style>
          <a:lnRef idx="1">
            <a:srgbClr val="00A6CC"/>
          </a:lnRef>
          <a:fillRef idx="0">
            <a:srgbClr val="00A6CC"/>
          </a:fillRef>
          <a:effectRef idx="0">
            <a:srgbClr val="00A6CC"/>
          </a:effectRef>
          <a:fontRef idx="minor">
            <a:sysClr val="windowText" lastClr="000000"/>
          </a:fontRef>
        </p:style>
      </p:cxnSp>
      <p:cxnSp>
        <p:nvCxnSpPr>
          <p:cNvPr id="26" name="直接连接符 25"/>
          <p:cNvCxnSpPr/>
          <p:nvPr>
            <p:custDataLst>
              <p:tags r:id="rId5"/>
            </p:custDataLst>
          </p:nvPr>
        </p:nvCxnSpPr>
        <p:spPr>
          <a:xfrm>
            <a:off x="1475740" y="5300980"/>
            <a:ext cx="6703695" cy="0"/>
          </a:xfrm>
          <a:prstGeom prst="line">
            <a:avLst/>
          </a:prstGeom>
          <a:ln w="12700">
            <a:solidFill>
              <a:sysClr val="window" lastClr="FFFFFF">
                <a:lumMod val="85000"/>
              </a:sysClr>
            </a:solidFill>
            <a:prstDash val="dash"/>
          </a:ln>
        </p:spPr>
        <p:style>
          <a:lnRef idx="1">
            <a:srgbClr val="00A6CC"/>
          </a:lnRef>
          <a:fillRef idx="0">
            <a:srgbClr val="00A6CC"/>
          </a:fillRef>
          <a:effectRef idx="0">
            <a:srgbClr val="00A6CC"/>
          </a:effectRef>
          <a:fontRef idx="minor">
            <a:sysClr val="windowText" lastClr="000000"/>
          </a:fontRef>
        </p:style>
      </p:cxnSp>
      <p:grpSp>
        <p:nvGrpSpPr>
          <p:cNvPr id="38" name="组合 37"/>
          <p:cNvGrpSpPr/>
          <p:nvPr>
            <p:custDataLst>
              <p:tags r:id="rId6"/>
            </p:custDataLst>
          </p:nvPr>
        </p:nvGrpSpPr>
        <p:grpSpPr>
          <a:xfrm>
            <a:off x="8467422" y="2348907"/>
            <a:ext cx="192882" cy="192881"/>
            <a:chOff x="11074842" y="2193769"/>
            <a:chExt cx="257176" cy="257175"/>
          </a:xfrm>
          <a:solidFill>
            <a:sysClr val="window" lastClr="FFFFFF">
              <a:lumMod val="95000"/>
            </a:sysClr>
          </a:solidFill>
        </p:grpSpPr>
        <p:sp>
          <p:nvSpPr>
            <p:cNvPr id="30" name="矩形 29"/>
            <p:cNvSpPr/>
            <p:nvPr>
              <p:custDataLst>
                <p:tags r:id="rId7"/>
              </p:custDataLst>
            </p:nvPr>
          </p:nvSpPr>
          <p:spPr>
            <a:xfrm>
              <a:off x="11074842" y="2193770"/>
              <a:ext cx="257175" cy="747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rgbClr val="00A6CC">
                <a:shade val="50000"/>
              </a:srgbClr>
            </a:lnRef>
            <a:fillRef idx="1">
              <a:srgbClr val="00A6CC"/>
            </a:fillRef>
            <a:effectRef idx="0">
              <a:srgbClr val="00A6CC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8"/>
              </p:custDataLst>
            </p:nvPr>
          </p:nvSpPr>
          <p:spPr>
            <a:xfrm rot="16200000">
              <a:off x="11166046" y="2284973"/>
              <a:ext cx="257175" cy="747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rgbClr val="00A6CC">
                <a:shade val="50000"/>
              </a:srgbClr>
            </a:lnRef>
            <a:fillRef idx="1">
              <a:srgbClr val="00A6CC"/>
            </a:fillRef>
            <a:effectRef idx="0">
              <a:srgbClr val="00A6CC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695" y="2348865"/>
            <a:ext cx="6598920" cy="282257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11256" y="1211484"/>
            <a:ext cx="8289844" cy="5892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>
              <a:lnSpc>
                <a:spcPct val="120000"/>
              </a:lnSpc>
            </a:pPr>
            <a:r>
              <a:rPr lang="en-US" altLang="zh-CN" sz="2700" b="1" spc="3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BiLSTM-CRF</a:t>
            </a:r>
            <a:endParaRPr lang="en-US" altLang="zh-CN" sz="2700" b="1" spc="300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2440" y="132753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352425" y="2124710"/>
            <a:ext cx="8468995" cy="3405505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85000"/>
                <a:alpha val="50000"/>
              </a:sysClr>
            </a:solidFill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4"/>
            </p:custDataLst>
          </p:nvPr>
        </p:nvCxnSpPr>
        <p:spPr>
          <a:xfrm>
            <a:off x="899795" y="5300980"/>
            <a:ext cx="337820" cy="0"/>
          </a:xfrm>
          <a:prstGeom prst="line">
            <a:avLst/>
          </a:prstGeom>
          <a:ln w="50800">
            <a:solidFill>
              <a:srgbClr val="00A6CC"/>
            </a:solidFill>
          </a:ln>
        </p:spPr>
        <p:style>
          <a:lnRef idx="1">
            <a:srgbClr val="00A6CC"/>
          </a:lnRef>
          <a:fillRef idx="0">
            <a:srgbClr val="00A6CC"/>
          </a:fillRef>
          <a:effectRef idx="0">
            <a:srgbClr val="00A6CC"/>
          </a:effectRef>
          <a:fontRef idx="minor">
            <a:sysClr val="windowText" lastClr="000000"/>
          </a:fontRef>
        </p:style>
      </p:cxnSp>
      <p:cxnSp>
        <p:nvCxnSpPr>
          <p:cNvPr id="26" name="直接连接符 25"/>
          <p:cNvCxnSpPr/>
          <p:nvPr>
            <p:custDataLst>
              <p:tags r:id="rId5"/>
            </p:custDataLst>
          </p:nvPr>
        </p:nvCxnSpPr>
        <p:spPr>
          <a:xfrm>
            <a:off x="1475740" y="5292725"/>
            <a:ext cx="6703695" cy="0"/>
          </a:xfrm>
          <a:prstGeom prst="line">
            <a:avLst/>
          </a:prstGeom>
          <a:ln w="12700">
            <a:solidFill>
              <a:sysClr val="window" lastClr="FFFFFF">
                <a:lumMod val="85000"/>
              </a:sysClr>
            </a:solidFill>
            <a:prstDash val="dash"/>
          </a:ln>
        </p:spPr>
        <p:style>
          <a:lnRef idx="1">
            <a:srgbClr val="00A6CC"/>
          </a:lnRef>
          <a:fillRef idx="0">
            <a:srgbClr val="00A6CC"/>
          </a:fillRef>
          <a:effectRef idx="0">
            <a:srgbClr val="00A6CC"/>
          </a:effectRef>
          <a:fontRef idx="minor">
            <a:sysClr val="windowText" lastClr="000000"/>
          </a:fontRef>
        </p:style>
      </p:cxnSp>
      <p:grpSp>
        <p:nvGrpSpPr>
          <p:cNvPr id="38" name="组合 37"/>
          <p:cNvGrpSpPr/>
          <p:nvPr>
            <p:custDataLst>
              <p:tags r:id="rId6"/>
            </p:custDataLst>
          </p:nvPr>
        </p:nvGrpSpPr>
        <p:grpSpPr>
          <a:xfrm>
            <a:off x="8460437" y="2348907"/>
            <a:ext cx="192882" cy="192881"/>
            <a:chOff x="11074842" y="2193769"/>
            <a:chExt cx="257176" cy="257175"/>
          </a:xfrm>
          <a:solidFill>
            <a:sysClr val="window" lastClr="FFFFFF">
              <a:lumMod val="95000"/>
            </a:sysClr>
          </a:solidFill>
        </p:grpSpPr>
        <p:sp>
          <p:nvSpPr>
            <p:cNvPr id="30" name="矩形 29"/>
            <p:cNvSpPr/>
            <p:nvPr>
              <p:custDataLst>
                <p:tags r:id="rId7"/>
              </p:custDataLst>
            </p:nvPr>
          </p:nvSpPr>
          <p:spPr>
            <a:xfrm>
              <a:off x="11074842" y="2193770"/>
              <a:ext cx="257175" cy="747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rgbClr val="00A6CC">
                <a:shade val="50000"/>
              </a:srgbClr>
            </a:lnRef>
            <a:fillRef idx="1">
              <a:srgbClr val="00A6CC"/>
            </a:fillRef>
            <a:effectRef idx="0">
              <a:srgbClr val="00A6CC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8"/>
              </p:custDataLst>
            </p:nvPr>
          </p:nvSpPr>
          <p:spPr>
            <a:xfrm rot="16200000">
              <a:off x="11166046" y="2284973"/>
              <a:ext cx="257175" cy="747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rgbClr val="00A6CC">
                <a:shade val="50000"/>
              </a:srgbClr>
            </a:lnRef>
            <a:fillRef idx="1">
              <a:srgbClr val="00A6CC"/>
            </a:fillRef>
            <a:effectRef idx="0">
              <a:srgbClr val="00A6CC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" name="ECB019B1-382A-4266-B25C-5B523AA43C14-1" descr="D:/Temp/wpp.TVvROawp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108" y="1989138"/>
            <a:ext cx="6915785" cy="330327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39196" y="1211484"/>
            <a:ext cx="8289844" cy="5892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>
              <a:lnSpc>
                <a:spcPct val="120000"/>
              </a:lnSpc>
            </a:pPr>
            <a:r>
              <a:rPr lang="en-US" altLang="zh-CN" sz="2700" b="1" spc="3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BERT-CRF</a:t>
            </a:r>
            <a:endParaRPr lang="en-US" altLang="zh-CN" sz="2700" b="1" spc="300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2440" y="132753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352425" y="2139315"/>
            <a:ext cx="8482330" cy="3390900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85000"/>
                <a:alpha val="50000"/>
              </a:sysClr>
            </a:solidFill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4"/>
            </p:custDataLst>
          </p:nvPr>
        </p:nvCxnSpPr>
        <p:spPr>
          <a:xfrm>
            <a:off x="899795" y="5300980"/>
            <a:ext cx="337820" cy="0"/>
          </a:xfrm>
          <a:prstGeom prst="line">
            <a:avLst/>
          </a:prstGeom>
          <a:ln w="50800">
            <a:solidFill>
              <a:srgbClr val="00A6CC"/>
            </a:solidFill>
          </a:ln>
        </p:spPr>
        <p:style>
          <a:lnRef idx="1">
            <a:srgbClr val="00A6CC"/>
          </a:lnRef>
          <a:fillRef idx="0">
            <a:srgbClr val="00A6CC"/>
          </a:fillRef>
          <a:effectRef idx="0">
            <a:srgbClr val="00A6CC"/>
          </a:effectRef>
          <a:fontRef idx="minor">
            <a:sysClr val="windowText" lastClr="000000"/>
          </a:fontRef>
        </p:style>
      </p:cxnSp>
      <p:cxnSp>
        <p:nvCxnSpPr>
          <p:cNvPr id="26" name="直接连接符 25"/>
          <p:cNvCxnSpPr/>
          <p:nvPr>
            <p:custDataLst>
              <p:tags r:id="rId5"/>
            </p:custDataLst>
          </p:nvPr>
        </p:nvCxnSpPr>
        <p:spPr>
          <a:xfrm>
            <a:off x="1475740" y="5300980"/>
            <a:ext cx="6703695" cy="0"/>
          </a:xfrm>
          <a:prstGeom prst="line">
            <a:avLst/>
          </a:prstGeom>
          <a:ln w="12700">
            <a:solidFill>
              <a:sysClr val="window" lastClr="FFFFFF">
                <a:lumMod val="85000"/>
              </a:sysClr>
            </a:solidFill>
            <a:prstDash val="dash"/>
          </a:ln>
        </p:spPr>
        <p:style>
          <a:lnRef idx="1">
            <a:srgbClr val="00A6CC"/>
          </a:lnRef>
          <a:fillRef idx="0">
            <a:srgbClr val="00A6CC"/>
          </a:fillRef>
          <a:effectRef idx="0">
            <a:srgbClr val="00A6CC"/>
          </a:effectRef>
          <a:fontRef idx="minor">
            <a:sysClr val="windowText" lastClr="000000"/>
          </a:fontRef>
        </p:style>
      </p:cxnSp>
      <p:grpSp>
        <p:nvGrpSpPr>
          <p:cNvPr id="38" name="组合 37"/>
          <p:cNvGrpSpPr/>
          <p:nvPr>
            <p:custDataLst>
              <p:tags r:id="rId6"/>
            </p:custDataLst>
          </p:nvPr>
        </p:nvGrpSpPr>
        <p:grpSpPr>
          <a:xfrm>
            <a:off x="8467422" y="2348907"/>
            <a:ext cx="192882" cy="192881"/>
            <a:chOff x="11074842" y="2193769"/>
            <a:chExt cx="257176" cy="257175"/>
          </a:xfrm>
          <a:solidFill>
            <a:sysClr val="window" lastClr="FFFFFF">
              <a:lumMod val="95000"/>
            </a:sysClr>
          </a:solidFill>
        </p:grpSpPr>
        <p:sp>
          <p:nvSpPr>
            <p:cNvPr id="30" name="矩形 29"/>
            <p:cNvSpPr/>
            <p:nvPr>
              <p:custDataLst>
                <p:tags r:id="rId7"/>
              </p:custDataLst>
            </p:nvPr>
          </p:nvSpPr>
          <p:spPr>
            <a:xfrm>
              <a:off x="11074842" y="2193770"/>
              <a:ext cx="257175" cy="747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rgbClr val="00A6CC">
                <a:shade val="50000"/>
              </a:srgbClr>
            </a:lnRef>
            <a:fillRef idx="1">
              <a:srgbClr val="00A6CC"/>
            </a:fillRef>
            <a:effectRef idx="0">
              <a:srgbClr val="00A6CC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8"/>
              </p:custDataLst>
            </p:nvPr>
          </p:nvSpPr>
          <p:spPr>
            <a:xfrm rot="16200000">
              <a:off x="11166046" y="2284973"/>
              <a:ext cx="257175" cy="747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rgbClr val="00A6CC">
                <a:shade val="50000"/>
              </a:srgbClr>
            </a:lnRef>
            <a:fillRef idx="1">
              <a:srgbClr val="00A6CC"/>
            </a:fillRef>
            <a:effectRef idx="0">
              <a:srgbClr val="00A6CC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060" y="2729865"/>
            <a:ext cx="7000875" cy="22098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11256" y="1211484"/>
            <a:ext cx="8289844" cy="5892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>
              <a:lnSpc>
                <a:spcPct val="120000"/>
              </a:lnSpc>
            </a:pPr>
            <a:r>
              <a:rPr lang="en-US" altLang="zh-CN" sz="2700" b="1" spc="3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BERT-CRF</a:t>
            </a:r>
            <a:endParaRPr lang="en-US" altLang="zh-CN" sz="2700" b="1" spc="300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2440" y="132753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352425" y="2124710"/>
            <a:ext cx="8468995" cy="3405505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85000"/>
                <a:alpha val="50000"/>
              </a:sysClr>
            </a:solidFill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4"/>
            </p:custDataLst>
          </p:nvPr>
        </p:nvCxnSpPr>
        <p:spPr>
          <a:xfrm>
            <a:off x="899795" y="5300980"/>
            <a:ext cx="337820" cy="0"/>
          </a:xfrm>
          <a:prstGeom prst="line">
            <a:avLst/>
          </a:prstGeom>
          <a:ln w="50800">
            <a:solidFill>
              <a:srgbClr val="00A6CC"/>
            </a:solidFill>
          </a:ln>
        </p:spPr>
        <p:style>
          <a:lnRef idx="1">
            <a:srgbClr val="00A6CC"/>
          </a:lnRef>
          <a:fillRef idx="0">
            <a:srgbClr val="00A6CC"/>
          </a:fillRef>
          <a:effectRef idx="0">
            <a:srgbClr val="00A6CC"/>
          </a:effectRef>
          <a:fontRef idx="minor">
            <a:sysClr val="windowText" lastClr="000000"/>
          </a:fontRef>
        </p:style>
      </p:cxnSp>
      <p:cxnSp>
        <p:nvCxnSpPr>
          <p:cNvPr id="26" name="直接连接符 25"/>
          <p:cNvCxnSpPr/>
          <p:nvPr>
            <p:custDataLst>
              <p:tags r:id="rId5"/>
            </p:custDataLst>
          </p:nvPr>
        </p:nvCxnSpPr>
        <p:spPr>
          <a:xfrm>
            <a:off x="1475740" y="5292725"/>
            <a:ext cx="6703695" cy="0"/>
          </a:xfrm>
          <a:prstGeom prst="line">
            <a:avLst/>
          </a:prstGeom>
          <a:ln w="12700">
            <a:solidFill>
              <a:sysClr val="window" lastClr="FFFFFF">
                <a:lumMod val="85000"/>
              </a:sysClr>
            </a:solidFill>
            <a:prstDash val="dash"/>
          </a:ln>
        </p:spPr>
        <p:style>
          <a:lnRef idx="1">
            <a:srgbClr val="00A6CC"/>
          </a:lnRef>
          <a:fillRef idx="0">
            <a:srgbClr val="00A6CC"/>
          </a:fillRef>
          <a:effectRef idx="0">
            <a:srgbClr val="00A6CC"/>
          </a:effectRef>
          <a:fontRef idx="minor">
            <a:sysClr val="windowText" lastClr="000000"/>
          </a:fontRef>
        </p:style>
      </p:cxnSp>
      <p:grpSp>
        <p:nvGrpSpPr>
          <p:cNvPr id="38" name="组合 37"/>
          <p:cNvGrpSpPr/>
          <p:nvPr>
            <p:custDataLst>
              <p:tags r:id="rId6"/>
            </p:custDataLst>
          </p:nvPr>
        </p:nvGrpSpPr>
        <p:grpSpPr>
          <a:xfrm>
            <a:off x="8460437" y="2348907"/>
            <a:ext cx="192882" cy="192881"/>
            <a:chOff x="11074842" y="2193769"/>
            <a:chExt cx="257176" cy="257175"/>
          </a:xfrm>
          <a:solidFill>
            <a:sysClr val="window" lastClr="FFFFFF">
              <a:lumMod val="95000"/>
            </a:sysClr>
          </a:solidFill>
        </p:grpSpPr>
        <p:sp>
          <p:nvSpPr>
            <p:cNvPr id="30" name="矩形 29"/>
            <p:cNvSpPr/>
            <p:nvPr>
              <p:custDataLst>
                <p:tags r:id="rId7"/>
              </p:custDataLst>
            </p:nvPr>
          </p:nvSpPr>
          <p:spPr>
            <a:xfrm>
              <a:off x="11074842" y="2193770"/>
              <a:ext cx="257175" cy="747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rgbClr val="00A6CC">
                <a:shade val="50000"/>
              </a:srgbClr>
            </a:lnRef>
            <a:fillRef idx="1">
              <a:srgbClr val="00A6CC"/>
            </a:fillRef>
            <a:effectRef idx="0">
              <a:srgbClr val="00A6CC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8"/>
              </p:custDataLst>
            </p:nvPr>
          </p:nvSpPr>
          <p:spPr>
            <a:xfrm rot="16200000">
              <a:off x="11166046" y="2284973"/>
              <a:ext cx="257175" cy="747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rgbClr val="00A6CC">
                <a:shade val="50000"/>
              </a:srgbClr>
            </a:lnRef>
            <a:fillRef idx="1">
              <a:srgbClr val="00A6CC"/>
            </a:fillRef>
            <a:effectRef idx="0">
              <a:srgbClr val="00A6CC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" name="ECB019B1-382A-4266-B25C-5B523AA43C14-2" descr="D:/Temp/wpp.pQMJUwwp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9831" y="1989138"/>
            <a:ext cx="4244340" cy="330327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11256" y="1211484"/>
            <a:ext cx="8289844" cy="5892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>
              <a:lnSpc>
                <a:spcPct val="120000"/>
              </a:lnSpc>
            </a:pPr>
            <a:r>
              <a:rPr lang="en-US" altLang="zh-CN" sz="2700" b="1" spc="3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CLUENER 细粒度命名实体识别</a:t>
            </a:r>
            <a:endParaRPr lang="zh-CN" altLang="en-US" sz="2700" b="1" spc="300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2440" y="132753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352440" y="2218780"/>
            <a:ext cx="8448660" cy="3311690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85000"/>
                <a:alpha val="50000"/>
              </a:sysClr>
            </a:solidFill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880712" y="2677325"/>
            <a:ext cx="7382577" cy="22491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spc="15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+mn-ea"/>
              </a:rPr>
              <a:t>本数据是在清华大学开源的文本分类数据集THUCTC基础上，选出部分数据进行细粒度命名实体标注，原数据来源于Sina News RSS</a:t>
            </a:r>
            <a:r>
              <a:rPr lang="en-US" altLang="zh-CN" sz="2000" spc="15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+mn-ea"/>
              </a:rPr>
              <a:t>.</a:t>
            </a:r>
            <a:endParaRPr lang="en-US" altLang="zh-CN" sz="2000" spc="150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 spc="150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350" spc="15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GitHub:</a:t>
            </a:r>
            <a:r>
              <a:rPr lang="en-US" altLang="zh-CN" sz="1350" spc="15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https://github.com/CLUEbenchmark/CLUENER2020</a:t>
            </a:r>
            <a:endParaRPr lang="en-US" altLang="zh-CN" sz="1350" spc="15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5"/>
            </p:custDataLst>
          </p:nvPr>
        </p:nvCxnSpPr>
        <p:spPr>
          <a:xfrm>
            <a:off x="963930" y="5177790"/>
            <a:ext cx="337820" cy="0"/>
          </a:xfrm>
          <a:prstGeom prst="line">
            <a:avLst/>
          </a:prstGeom>
          <a:ln w="50800">
            <a:solidFill>
              <a:srgbClr val="00A6CC"/>
            </a:solidFill>
          </a:ln>
        </p:spPr>
        <p:style>
          <a:lnRef idx="1">
            <a:srgbClr val="00A6CC"/>
          </a:lnRef>
          <a:fillRef idx="0">
            <a:srgbClr val="00A6CC"/>
          </a:fillRef>
          <a:effectRef idx="0">
            <a:srgbClr val="00A6CC"/>
          </a:effectRef>
          <a:fontRef idx="minor">
            <a:sysClr val="windowText" lastClr="000000"/>
          </a:fontRef>
        </p:style>
      </p:cxnSp>
      <p:cxnSp>
        <p:nvCxnSpPr>
          <p:cNvPr id="26" name="直接连接符 25"/>
          <p:cNvCxnSpPr/>
          <p:nvPr>
            <p:custDataLst>
              <p:tags r:id="rId6"/>
            </p:custDataLst>
          </p:nvPr>
        </p:nvCxnSpPr>
        <p:spPr>
          <a:xfrm>
            <a:off x="1478280" y="5177790"/>
            <a:ext cx="6703695" cy="0"/>
          </a:xfrm>
          <a:prstGeom prst="line">
            <a:avLst/>
          </a:prstGeom>
          <a:ln w="12700">
            <a:solidFill>
              <a:sysClr val="window" lastClr="FFFFFF">
                <a:lumMod val="85000"/>
              </a:sysClr>
            </a:solidFill>
            <a:prstDash val="dash"/>
          </a:ln>
        </p:spPr>
        <p:style>
          <a:lnRef idx="1">
            <a:srgbClr val="00A6CC"/>
          </a:lnRef>
          <a:fillRef idx="0">
            <a:srgbClr val="00A6CC"/>
          </a:fillRef>
          <a:effectRef idx="0">
            <a:srgbClr val="00A6CC"/>
          </a:effectRef>
          <a:fontRef idx="minor">
            <a:sysClr val="windowText" lastClr="000000"/>
          </a:fontRef>
        </p:style>
      </p:cxnSp>
      <p:grpSp>
        <p:nvGrpSpPr>
          <p:cNvPr id="38" name="组合 37"/>
          <p:cNvGrpSpPr/>
          <p:nvPr>
            <p:custDataLst>
              <p:tags r:id="rId7"/>
            </p:custDataLst>
          </p:nvPr>
        </p:nvGrpSpPr>
        <p:grpSpPr>
          <a:xfrm>
            <a:off x="8306132" y="2502577"/>
            <a:ext cx="192882" cy="192881"/>
            <a:chOff x="11074842" y="2193769"/>
            <a:chExt cx="257176" cy="257175"/>
          </a:xfrm>
          <a:solidFill>
            <a:sysClr val="window" lastClr="FFFFFF">
              <a:lumMod val="95000"/>
            </a:sysClr>
          </a:solidFill>
        </p:grpSpPr>
        <p:sp>
          <p:nvSpPr>
            <p:cNvPr id="30" name="矩形 29"/>
            <p:cNvSpPr/>
            <p:nvPr>
              <p:custDataLst>
                <p:tags r:id="rId8"/>
              </p:custDataLst>
            </p:nvPr>
          </p:nvSpPr>
          <p:spPr>
            <a:xfrm>
              <a:off x="11074842" y="2193770"/>
              <a:ext cx="257175" cy="747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rgbClr val="00A6CC">
                <a:shade val="50000"/>
              </a:srgbClr>
            </a:lnRef>
            <a:fillRef idx="1">
              <a:srgbClr val="00A6CC"/>
            </a:fillRef>
            <a:effectRef idx="0">
              <a:srgbClr val="00A6CC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9"/>
              </p:custDataLst>
            </p:nvPr>
          </p:nvSpPr>
          <p:spPr>
            <a:xfrm rot="16200000">
              <a:off x="11166046" y="2284973"/>
              <a:ext cx="257175" cy="747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rgbClr val="00A6CC">
                <a:shade val="50000"/>
              </a:srgbClr>
            </a:lnRef>
            <a:fillRef idx="1">
              <a:srgbClr val="00A6CC"/>
            </a:fillRef>
            <a:effectRef idx="0">
              <a:srgbClr val="00A6CC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表 8"/>
          <p:cNvGraphicFramePr/>
          <p:nvPr>
            <p:custDataLst>
              <p:tags r:id="rId2"/>
            </p:custDataLst>
          </p:nvPr>
        </p:nvGraphicFramePr>
        <p:xfrm>
          <a:off x="1075911" y="2053748"/>
          <a:ext cx="6855016" cy="3512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4" name="文本框 43"/>
          <p:cNvSpPr txBox="1"/>
          <p:nvPr>
            <p:custDataLst>
              <p:tags r:id="rId3"/>
            </p:custDataLst>
          </p:nvPr>
        </p:nvSpPr>
        <p:spPr>
          <a:xfrm>
            <a:off x="1218724" y="1203191"/>
            <a:ext cx="6738169" cy="437674"/>
          </a:xfrm>
          <a:prstGeom prst="rect">
            <a:avLst/>
          </a:prstGeom>
          <a:noFill/>
          <a:effectLst/>
        </p:spPr>
        <p:txBody>
          <a:bodyPr wrap="square" bIns="0" rtlCol="0" anchor="b" anchorCtr="0">
            <a:normAutofit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spc="3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CLUENER 细粒度命名实体识别</a:t>
            </a:r>
            <a:endParaRPr lang="en-US" altLang="zh-CN" sz="2400" b="1" spc="30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 hidden="1"/>
          <p:cNvSpPr txBox="1"/>
          <p:nvPr>
            <p:custDataLst>
              <p:tags r:id="rId4"/>
            </p:custDataLst>
          </p:nvPr>
        </p:nvSpPr>
        <p:spPr>
          <a:xfrm>
            <a:off x="3662139" y="4805935"/>
            <a:ext cx="5060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rgbClr val="FF9900"/>
                </a:solidFill>
                <a:latin typeface="微软雅黑" panose="020B0503020204020204" charset="-122"/>
                <a:ea typeface="微软雅黑" panose="020B0503020204020204" charset="-122"/>
              </a:rPr>
              <a:t>1131</a:t>
            </a:r>
            <a:endParaRPr lang="en-US" altLang="zh-CN" sz="1800">
              <a:solidFill>
                <a:srgbClr val="FF9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 hidden="1"/>
          <p:cNvSpPr/>
          <p:nvPr>
            <p:custDataLst>
              <p:tags r:id="rId5"/>
            </p:custDataLst>
          </p:nvPr>
        </p:nvSpPr>
        <p:spPr>
          <a:xfrm>
            <a:off x="6292847" y="-11966"/>
            <a:ext cx="270546" cy="435051"/>
          </a:xfrm>
          <a:prstGeom prst="rect">
            <a:avLst/>
          </a:prstGeom>
          <a:gradFill>
            <a:gsLst>
              <a:gs pos="0">
                <a:srgbClr val="32AB9F">
                  <a:alpha val="100000"/>
                </a:srgbClr>
              </a:gs>
              <a:gs pos="74000">
                <a:srgbClr val="32AB9F">
                  <a:alpha val="100000"/>
                </a:srgbClr>
              </a:gs>
              <a:gs pos="74000">
                <a:srgbClr val="32AB9F">
                  <a:alpha val="0"/>
                </a:srgbClr>
              </a:gs>
              <a:gs pos="100000">
                <a:srgbClr val="32AB9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" name="矩形 2" hidden="1"/>
          <p:cNvSpPr/>
          <p:nvPr>
            <p:custDataLst>
              <p:tags r:id="rId6"/>
            </p:custDataLst>
          </p:nvPr>
        </p:nvSpPr>
        <p:spPr>
          <a:xfrm>
            <a:off x="1636395" y="1101725"/>
            <a:ext cx="1549412" cy="4064033"/>
          </a:xfrm>
          <a:prstGeom prst="rect">
            <a:avLst/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" name="组合 4" hidden="1"/>
          <p:cNvGrpSpPr/>
          <p:nvPr>
            <p:custDataLst>
              <p:tags r:id="rId7"/>
            </p:custDataLst>
          </p:nvPr>
        </p:nvGrpSpPr>
        <p:grpSpPr>
          <a:xfrm>
            <a:off x="1284605" y="5116226"/>
            <a:ext cx="2670493" cy="706755"/>
            <a:chOff x="1284605" y="5116226"/>
            <a:chExt cx="2670493" cy="706755"/>
          </a:xfrm>
        </p:grpSpPr>
        <p:sp>
          <p:nvSpPr>
            <p:cNvPr id="25" name="文本框 24"/>
            <p:cNvSpPr txBox="1"/>
            <p:nvPr>
              <p:custDataLst>
                <p:tags r:id="rId8"/>
              </p:custDataLst>
            </p:nvPr>
          </p:nvSpPr>
          <p:spPr>
            <a:xfrm>
              <a:off x="1806575" y="5116226"/>
              <a:ext cx="1602740" cy="706755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p>
              <a:pPr algn="ctr" fontAlgn="ctr"/>
              <a:r>
                <a:rPr lang="en-US" altLang="zh-CN" sz="36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</a:t>
              </a:r>
              <a:r>
                <a:rPr lang="en-US" altLang="zh-CN" sz="3600" b="1" dirty="0" smtClean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3600" b="1" dirty="0" smtClean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倍</a:t>
              </a:r>
              <a:endParaRPr lang="zh-CN" altLang="en-US" sz="3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等腰三角形 25"/>
            <p:cNvSpPr/>
            <p:nvPr>
              <p:custDataLst>
                <p:tags r:id="rId9"/>
              </p:custDataLst>
            </p:nvPr>
          </p:nvSpPr>
          <p:spPr>
            <a:xfrm rot="5400000">
              <a:off x="3516630" y="5354351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>
              <p:custDataLst>
                <p:tags r:id="rId10"/>
              </p:custDataLst>
            </p:nvPr>
          </p:nvSpPr>
          <p:spPr>
            <a:xfrm rot="5400000" flipV="1">
              <a:off x="1509395" y="5354351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/>
            <p:nvPr>
              <p:custDataLst>
                <p:tags r:id="rId11"/>
              </p:custDataLst>
            </p:nvPr>
          </p:nvCxnSpPr>
          <p:spPr>
            <a:xfrm flipH="1">
              <a:off x="1284605" y="5151786"/>
              <a:ext cx="0" cy="635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>
              <p:custDataLst>
                <p:tags r:id="rId12"/>
              </p:custDataLst>
            </p:nvPr>
          </p:nvSpPr>
          <p:spPr>
            <a:xfrm rot="5400000">
              <a:off x="3518535" y="5367686"/>
              <a:ext cx="669925" cy="203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7" name="直接连接符 6" hidden="1"/>
          <p:cNvCxnSpPr/>
          <p:nvPr>
            <p:custDataLst>
              <p:tags r:id="rId13"/>
            </p:custDataLst>
          </p:nvPr>
        </p:nvCxnSpPr>
        <p:spPr>
          <a:xfrm>
            <a:off x="3955415" y="2012315"/>
            <a:ext cx="0" cy="38100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 hidden="1"/>
          <p:cNvCxnSpPr/>
          <p:nvPr>
            <p:custDataLst>
              <p:tags r:id="rId14"/>
            </p:custDataLst>
          </p:nvPr>
        </p:nvCxnSpPr>
        <p:spPr>
          <a:xfrm>
            <a:off x="3072765" y="2025015"/>
            <a:ext cx="889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>
            <p:custDataLst>
              <p:tags r:id="rId15"/>
            </p:custDataLst>
          </p:nvPr>
        </p:nvSpPr>
        <p:spPr>
          <a:xfrm>
            <a:off x="1835800" y="1268476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表 8"/>
          <p:cNvGraphicFramePr/>
          <p:nvPr>
            <p:custDataLst>
              <p:tags r:id="rId2"/>
            </p:custDataLst>
          </p:nvPr>
        </p:nvGraphicFramePr>
        <p:xfrm>
          <a:off x="1043526" y="2060733"/>
          <a:ext cx="6855016" cy="3512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4" name="文本框 43"/>
          <p:cNvSpPr txBox="1"/>
          <p:nvPr>
            <p:custDataLst>
              <p:tags r:id="rId3"/>
            </p:custDataLst>
          </p:nvPr>
        </p:nvSpPr>
        <p:spPr>
          <a:xfrm>
            <a:off x="1218724" y="1203191"/>
            <a:ext cx="6738169" cy="437674"/>
          </a:xfrm>
          <a:prstGeom prst="rect">
            <a:avLst/>
          </a:prstGeom>
          <a:noFill/>
          <a:effectLst/>
        </p:spPr>
        <p:txBody>
          <a:bodyPr wrap="square" bIns="0" rtlCol="0" anchor="b" anchorCtr="0">
            <a:normAutofit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spc="3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CLUENER 细粒度命名实体识别</a:t>
            </a:r>
            <a:endParaRPr lang="en-US" altLang="zh-CN" sz="2400" b="1" spc="30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 hidden="1"/>
          <p:cNvSpPr txBox="1"/>
          <p:nvPr>
            <p:custDataLst>
              <p:tags r:id="rId4"/>
            </p:custDataLst>
          </p:nvPr>
        </p:nvSpPr>
        <p:spPr>
          <a:xfrm>
            <a:off x="3662139" y="4805935"/>
            <a:ext cx="5060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rgbClr val="FF9900"/>
                </a:solidFill>
                <a:latin typeface="微软雅黑" panose="020B0503020204020204" charset="-122"/>
                <a:ea typeface="微软雅黑" panose="020B0503020204020204" charset="-122"/>
              </a:rPr>
              <a:t>1131</a:t>
            </a:r>
            <a:endParaRPr lang="en-US" altLang="zh-CN" sz="1800">
              <a:solidFill>
                <a:srgbClr val="FF9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 hidden="1"/>
          <p:cNvSpPr/>
          <p:nvPr>
            <p:custDataLst>
              <p:tags r:id="rId5"/>
            </p:custDataLst>
          </p:nvPr>
        </p:nvSpPr>
        <p:spPr>
          <a:xfrm>
            <a:off x="6292847" y="-11966"/>
            <a:ext cx="270546" cy="435051"/>
          </a:xfrm>
          <a:prstGeom prst="rect">
            <a:avLst/>
          </a:prstGeom>
          <a:gradFill>
            <a:gsLst>
              <a:gs pos="0">
                <a:srgbClr val="32AB9F">
                  <a:alpha val="100000"/>
                </a:srgbClr>
              </a:gs>
              <a:gs pos="74000">
                <a:srgbClr val="32AB9F">
                  <a:alpha val="100000"/>
                </a:srgbClr>
              </a:gs>
              <a:gs pos="74000">
                <a:srgbClr val="32AB9F">
                  <a:alpha val="0"/>
                </a:srgbClr>
              </a:gs>
              <a:gs pos="100000">
                <a:srgbClr val="32AB9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" name="矩形 2" hidden="1"/>
          <p:cNvSpPr/>
          <p:nvPr>
            <p:custDataLst>
              <p:tags r:id="rId6"/>
            </p:custDataLst>
          </p:nvPr>
        </p:nvSpPr>
        <p:spPr>
          <a:xfrm>
            <a:off x="1636395" y="1101725"/>
            <a:ext cx="1549412" cy="4064033"/>
          </a:xfrm>
          <a:prstGeom prst="rect">
            <a:avLst/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" name="组合 4" hidden="1"/>
          <p:cNvGrpSpPr/>
          <p:nvPr>
            <p:custDataLst>
              <p:tags r:id="rId7"/>
            </p:custDataLst>
          </p:nvPr>
        </p:nvGrpSpPr>
        <p:grpSpPr>
          <a:xfrm>
            <a:off x="1284605" y="5116226"/>
            <a:ext cx="2670493" cy="706755"/>
            <a:chOff x="1284605" y="5116226"/>
            <a:chExt cx="2670493" cy="706755"/>
          </a:xfrm>
        </p:grpSpPr>
        <p:sp>
          <p:nvSpPr>
            <p:cNvPr id="25" name="文本框 24"/>
            <p:cNvSpPr txBox="1"/>
            <p:nvPr>
              <p:custDataLst>
                <p:tags r:id="rId8"/>
              </p:custDataLst>
            </p:nvPr>
          </p:nvSpPr>
          <p:spPr>
            <a:xfrm>
              <a:off x="1806575" y="5116226"/>
              <a:ext cx="1602740" cy="706755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p>
              <a:pPr algn="ctr" fontAlgn="ctr"/>
              <a:r>
                <a:rPr lang="en-US" altLang="zh-CN" sz="36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</a:t>
              </a:r>
              <a:r>
                <a:rPr lang="en-US" altLang="zh-CN" sz="3600" b="1" dirty="0" smtClean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3600" b="1" dirty="0" smtClean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倍</a:t>
              </a:r>
              <a:endParaRPr lang="zh-CN" altLang="en-US" sz="3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等腰三角形 25"/>
            <p:cNvSpPr/>
            <p:nvPr>
              <p:custDataLst>
                <p:tags r:id="rId9"/>
              </p:custDataLst>
            </p:nvPr>
          </p:nvSpPr>
          <p:spPr>
            <a:xfrm rot="5400000">
              <a:off x="3516630" y="5354351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>
              <p:custDataLst>
                <p:tags r:id="rId10"/>
              </p:custDataLst>
            </p:nvPr>
          </p:nvSpPr>
          <p:spPr>
            <a:xfrm rot="5400000" flipV="1">
              <a:off x="1509395" y="5354351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/>
            <p:nvPr>
              <p:custDataLst>
                <p:tags r:id="rId11"/>
              </p:custDataLst>
            </p:nvPr>
          </p:nvCxnSpPr>
          <p:spPr>
            <a:xfrm flipH="1">
              <a:off x="1284605" y="5151786"/>
              <a:ext cx="0" cy="635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>
              <p:custDataLst>
                <p:tags r:id="rId12"/>
              </p:custDataLst>
            </p:nvPr>
          </p:nvSpPr>
          <p:spPr>
            <a:xfrm rot="5400000">
              <a:off x="3518535" y="5367686"/>
              <a:ext cx="669925" cy="203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7" name="直接连接符 6" hidden="1"/>
          <p:cNvCxnSpPr/>
          <p:nvPr>
            <p:custDataLst>
              <p:tags r:id="rId13"/>
            </p:custDataLst>
          </p:nvPr>
        </p:nvCxnSpPr>
        <p:spPr>
          <a:xfrm>
            <a:off x="3955415" y="2012315"/>
            <a:ext cx="0" cy="38100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 hidden="1"/>
          <p:cNvCxnSpPr/>
          <p:nvPr>
            <p:custDataLst>
              <p:tags r:id="rId14"/>
            </p:custDataLst>
          </p:nvPr>
        </p:nvCxnSpPr>
        <p:spPr>
          <a:xfrm>
            <a:off x="3072765" y="2025015"/>
            <a:ext cx="889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>
            <p:custDataLst>
              <p:tags r:id="rId15"/>
            </p:custDataLst>
          </p:nvPr>
        </p:nvSpPr>
        <p:spPr>
          <a:xfrm>
            <a:off x="1835800" y="1268476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表 8"/>
          <p:cNvGraphicFramePr/>
          <p:nvPr>
            <p:custDataLst>
              <p:tags r:id="rId2"/>
            </p:custDataLst>
          </p:nvPr>
        </p:nvGraphicFramePr>
        <p:xfrm>
          <a:off x="1075911" y="2053748"/>
          <a:ext cx="6855016" cy="3512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4" name="文本框 43"/>
          <p:cNvSpPr txBox="1"/>
          <p:nvPr>
            <p:custDataLst>
              <p:tags r:id="rId3"/>
            </p:custDataLst>
          </p:nvPr>
        </p:nvSpPr>
        <p:spPr>
          <a:xfrm>
            <a:off x="1218724" y="1203191"/>
            <a:ext cx="6738169" cy="437674"/>
          </a:xfrm>
          <a:prstGeom prst="rect">
            <a:avLst/>
          </a:prstGeom>
          <a:noFill/>
          <a:effectLst/>
        </p:spPr>
        <p:txBody>
          <a:bodyPr wrap="square" bIns="0" rtlCol="0" anchor="b" anchorCtr="0">
            <a:normAutofit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spc="3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CLUENER 细粒度命名实体识别</a:t>
            </a:r>
            <a:endParaRPr lang="en-US" altLang="zh-CN" sz="2400" b="1" spc="30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 hidden="1"/>
          <p:cNvSpPr txBox="1"/>
          <p:nvPr>
            <p:custDataLst>
              <p:tags r:id="rId4"/>
            </p:custDataLst>
          </p:nvPr>
        </p:nvSpPr>
        <p:spPr>
          <a:xfrm>
            <a:off x="3662139" y="4805935"/>
            <a:ext cx="5060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rgbClr val="FF9900"/>
                </a:solidFill>
                <a:latin typeface="微软雅黑" panose="020B0503020204020204" charset="-122"/>
                <a:ea typeface="微软雅黑" panose="020B0503020204020204" charset="-122"/>
              </a:rPr>
              <a:t>1131</a:t>
            </a:r>
            <a:endParaRPr lang="en-US" altLang="zh-CN" sz="1800">
              <a:solidFill>
                <a:srgbClr val="FF9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 hidden="1"/>
          <p:cNvSpPr/>
          <p:nvPr>
            <p:custDataLst>
              <p:tags r:id="rId5"/>
            </p:custDataLst>
          </p:nvPr>
        </p:nvSpPr>
        <p:spPr>
          <a:xfrm>
            <a:off x="6292847" y="-11966"/>
            <a:ext cx="270546" cy="435051"/>
          </a:xfrm>
          <a:prstGeom prst="rect">
            <a:avLst/>
          </a:prstGeom>
          <a:gradFill>
            <a:gsLst>
              <a:gs pos="0">
                <a:srgbClr val="32AB9F">
                  <a:alpha val="100000"/>
                </a:srgbClr>
              </a:gs>
              <a:gs pos="74000">
                <a:srgbClr val="32AB9F">
                  <a:alpha val="100000"/>
                </a:srgbClr>
              </a:gs>
              <a:gs pos="74000">
                <a:srgbClr val="32AB9F">
                  <a:alpha val="0"/>
                </a:srgbClr>
              </a:gs>
              <a:gs pos="100000">
                <a:srgbClr val="32AB9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" name="矩形 2" hidden="1"/>
          <p:cNvSpPr/>
          <p:nvPr>
            <p:custDataLst>
              <p:tags r:id="rId6"/>
            </p:custDataLst>
          </p:nvPr>
        </p:nvSpPr>
        <p:spPr>
          <a:xfrm>
            <a:off x="1636395" y="1101725"/>
            <a:ext cx="1549412" cy="4064033"/>
          </a:xfrm>
          <a:prstGeom prst="rect">
            <a:avLst/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" name="组合 4" hidden="1"/>
          <p:cNvGrpSpPr/>
          <p:nvPr>
            <p:custDataLst>
              <p:tags r:id="rId7"/>
            </p:custDataLst>
          </p:nvPr>
        </p:nvGrpSpPr>
        <p:grpSpPr>
          <a:xfrm>
            <a:off x="1284605" y="5116226"/>
            <a:ext cx="2670493" cy="706755"/>
            <a:chOff x="1284605" y="5116226"/>
            <a:chExt cx="2670493" cy="706755"/>
          </a:xfrm>
        </p:grpSpPr>
        <p:sp>
          <p:nvSpPr>
            <p:cNvPr id="25" name="文本框 24"/>
            <p:cNvSpPr txBox="1"/>
            <p:nvPr>
              <p:custDataLst>
                <p:tags r:id="rId8"/>
              </p:custDataLst>
            </p:nvPr>
          </p:nvSpPr>
          <p:spPr>
            <a:xfrm>
              <a:off x="1806575" y="5116226"/>
              <a:ext cx="1602740" cy="706755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p>
              <a:pPr algn="ctr" fontAlgn="ctr"/>
              <a:r>
                <a:rPr lang="en-US" altLang="zh-CN" sz="36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</a:t>
              </a:r>
              <a:r>
                <a:rPr lang="en-US" altLang="zh-CN" sz="3600" b="1" dirty="0" smtClean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3600" b="1" dirty="0" smtClean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倍</a:t>
              </a:r>
              <a:endParaRPr lang="zh-CN" altLang="en-US" sz="3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等腰三角形 25"/>
            <p:cNvSpPr/>
            <p:nvPr>
              <p:custDataLst>
                <p:tags r:id="rId9"/>
              </p:custDataLst>
            </p:nvPr>
          </p:nvSpPr>
          <p:spPr>
            <a:xfrm rot="5400000">
              <a:off x="3516630" y="5354351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>
              <p:custDataLst>
                <p:tags r:id="rId10"/>
              </p:custDataLst>
            </p:nvPr>
          </p:nvSpPr>
          <p:spPr>
            <a:xfrm rot="5400000" flipV="1">
              <a:off x="1509395" y="5354351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/>
            <p:nvPr>
              <p:custDataLst>
                <p:tags r:id="rId11"/>
              </p:custDataLst>
            </p:nvPr>
          </p:nvCxnSpPr>
          <p:spPr>
            <a:xfrm flipH="1">
              <a:off x="1284605" y="5151786"/>
              <a:ext cx="0" cy="635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>
              <p:custDataLst>
                <p:tags r:id="rId12"/>
              </p:custDataLst>
            </p:nvPr>
          </p:nvSpPr>
          <p:spPr>
            <a:xfrm rot="5400000">
              <a:off x="3518535" y="5367686"/>
              <a:ext cx="669925" cy="203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7" name="直接连接符 6" hidden="1"/>
          <p:cNvCxnSpPr/>
          <p:nvPr>
            <p:custDataLst>
              <p:tags r:id="rId13"/>
            </p:custDataLst>
          </p:nvPr>
        </p:nvCxnSpPr>
        <p:spPr>
          <a:xfrm>
            <a:off x="3955415" y="2012315"/>
            <a:ext cx="0" cy="38100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 hidden="1"/>
          <p:cNvCxnSpPr/>
          <p:nvPr>
            <p:custDataLst>
              <p:tags r:id="rId14"/>
            </p:custDataLst>
          </p:nvPr>
        </p:nvCxnSpPr>
        <p:spPr>
          <a:xfrm>
            <a:off x="3072765" y="2025015"/>
            <a:ext cx="889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>
            <p:custDataLst>
              <p:tags r:id="rId15"/>
            </p:custDataLst>
          </p:nvPr>
        </p:nvSpPr>
        <p:spPr>
          <a:xfrm>
            <a:off x="1835800" y="1268476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/>
          <p:cNvSpPr txBox="1"/>
          <p:nvPr>
            <p:custDataLst>
              <p:tags r:id="rId2"/>
            </p:custDataLst>
          </p:nvPr>
        </p:nvSpPr>
        <p:spPr>
          <a:xfrm>
            <a:off x="1218724" y="1203191"/>
            <a:ext cx="6738169" cy="437674"/>
          </a:xfrm>
          <a:prstGeom prst="rect">
            <a:avLst/>
          </a:prstGeom>
          <a:noFill/>
          <a:effectLst/>
        </p:spPr>
        <p:txBody>
          <a:bodyPr wrap="square" bIns="0" rtlCol="0" anchor="b" anchorCtr="0">
            <a:normAutofit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spc="3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CLUENER 细粒度命名实体识别</a:t>
            </a:r>
            <a:endParaRPr lang="en-US" altLang="zh-CN" sz="2400" b="1" spc="30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 hidden="1"/>
          <p:cNvSpPr txBox="1"/>
          <p:nvPr>
            <p:custDataLst>
              <p:tags r:id="rId3"/>
            </p:custDataLst>
          </p:nvPr>
        </p:nvSpPr>
        <p:spPr>
          <a:xfrm>
            <a:off x="3662139" y="4805935"/>
            <a:ext cx="5060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rgbClr val="FF9900"/>
                </a:solidFill>
                <a:latin typeface="微软雅黑" panose="020B0503020204020204" charset="-122"/>
                <a:ea typeface="微软雅黑" panose="020B0503020204020204" charset="-122"/>
              </a:rPr>
              <a:t>1131</a:t>
            </a:r>
            <a:endParaRPr lang="en-US" altLang="zh-CN" sz="1800">
              <a:solidFill>
                <a:srgbClr val="FF9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 hidden="1"/>
          <p:cNvSpPr/>
          <p:nvPr>
            <p:custDataLst>
              <p:tags r:id="rId4"/>
            </p:custDataLst>
          </p:nvPr>
        </p:nvSpPr>
        <p:spPr>
          <a:xfrm>
            <a:off x="6292847" y="-11966"/>
            <a:ext cx="270546" cy="435051"/>
          </a:xfrm>
          <a:prstGeom prst="rect">
            <a:avLst/>
          </a:prstGeom>
          <a:gradFill>
            <a:gsLst>
              <a:gs pos="0">
                <a:srgbClr val="5BDD98">
                  <a:alpha val="100000"/>
                </a:srgbClr>
              </a:gs>
              <a:gs pos="74000">
                <a:srgbClr val="5BDD98">
                  <a:alpha val="100000"/>
                </a:srgbClr>
              </a:gs>
              <a:gs pos="74000">
                <a:srgbClr val="5BDD98">
                  <a:alpha val="0"/>
                </a:srgbClr>
              </a:gs>
              <a:gs pos="100000">
                <a:srgbClr val="5BDD98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" name="矩形 2" hidden="1"/>
          <p:cNvSpPr/>
          <p:nvPr>
            <p:custDataLst>
              <p:tags r:id="rId5"/>
            </p:custDataLst>
          </p:nvPr>
        </p:nvSpPr>
        <p:spPr>
          <a:xfrm>
            <a:off x="1636395" y="1101725"/>
            <a:ext cx="1549412" cy="4064033"/>
          </a:xfrm>
          <a:prstGeom prst="rect">
            <a:avLst/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" name="组合 4" hidden="1"/>
          <p:cNvGrpSpPr/>
          <p:nvPr>
            <p:custDataLst>
              <p:tags r:id="rId6"/>
            </p:custDataLst>
          </p:nvPr>
        </p:nvGrpSpPr>
        <p:grpSpPr>
          <a:xfrm>
            <a:off x="1284605" y="5116226"/>
            <a:ext cx="2670493" cy="706755"/>
            <a:chOff x="1284605" y="5116226"/>
            <a:chExt cx="2670493" cy="706755"/>
          </a:xfrm>
        </p:grpSpPr>
        <p:sp>
          <p:nvSpPr>
            <p:cNvPr id="25" name="文本框 24"/>
            <p:cNvSpPr txBox="1"/>
            <p:nvPr>
              <p:custDataLst>
                <p:tags r:id="rId7"/>
              </p:custDataLst>
            </p:nvPr>
          </p:nvSpPr>
          <p:spPr>
            <a:xfrm>
              <a:off x="1806575" y="5116226"/>
              <a:ext cx="1602740" cy="706755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p>
              <a:pPr algn="ctr" fontAlgn="ctr"/>
              <a:r>
                <a:rPr lang="en-US" altLang="zh-CN" sz="36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</a:t>
              </a:r>
              <a:r>
                <a:rPr lang="en-US" altLang="zh-CN" sz="3600" b="1" dirty="0" smtClean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3600" b="1" dirty="0" smtClean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倍</a:t>
              </a:r>
              <a:endParaRPr lang="zh-CN" altLang="en-US" sz="3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等腰三角形 25"/>
            <p:cNvSpPr/>
            <p:nvPr>
              <p:custDataLst>
                <p:tags r:id="rId8"/>
              </p:custDataLst>
            </p:nvPr>
          </p:nvSpPr>
          <p:spPr>
            <a:xfrm rot="5400000">
              <a:off x="3516630" y="5354351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>
              <p:custDataLst>
                <p:tags r:id="rId9"/>
              </p:custDataLst>
            </p:nvPr>
          </p:nvSpPr>
          <p:spPr>
            <a:xfrm rot="5400000" flipV="1">
              <a:off x="1509395" y="5354351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/>
            <p:nvPr>
              <p:custDataLst>
                <p:tags r:id="rId10"/>
              </p:custDataLst>
            </p:nvPr>
          </p:nvCxnSpPr>
          <p:spPr>
            <a:xfrm flipH="1">
              <a:off x="1284605" y="5151786"/>
              <a:ext cx="0" cy="635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>
              <p:custDataLst>
                <p:tags r:id="rId11"/>
              </p:custDataLst>
            </p:nvPr>
          </p:nvSpPr>
          <p:spPr>
            <a:xfrm rot="5400000">
              <a:off x="3518535" y="5367686"/>
              <a:ext cx="669925" cy="203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7" name="直接连接符 6" hidden="1"/>
          <p:cNvCxnSpPr/>
          <p:nvPr>
            <p:custDataLst>
              <p:tags r:id="rId12"/>
            </p:custDataLst>
          </p:nvPr>
        </p:nvCxnSpPr>
        <p:spPr>
          <a:xfrm>
            <a:off x="3955415" y="2012315"/>
            <a:ext cx="0" cy="38100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 hidden="1"/>
          <p:cNvCxnSpPr/>
          <p:nvPr>
            <p:custDataLst>
              <p:tags r:id="rId13"/>
            </p:custDataLst>
          </p:nvPr>
        </p:nvCxnSpPr>
        <p:spPr>
          <a:xfrm>
            <a:off x="3072765" y="2025015"/>
            <a:ext cx="889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>
            <p:custDataLst>
              <p:tags r:id="rId14"/>
            </p:custDataLst>
          </p:nvPr>
        </p:nvSpPr>
        <p:spPr>
          <a:xfrm>
            <a:off x="1835800" y="1268476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4" name="Chart 63"/>
          <p:cNvGraphicFramePr/>
          <p:nvPr>
            <p:custDataLst>
              <p:tags r:id="rId15"/>
            </p:custDataLst>
          </p:nvPr>
        </p:nvGraphicFramePr>
        <p:xfrm>
          <a:off x="1504973" y="1755140"/>
          <a:ext cx="6052797" cy="4638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16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/>
          <p:cNvSpPr txBox="1"/>
          <p:nvPr>
            <p:custDataLst>
              <p:tags r:id="rId2"/>
            </p:custDataLst>
          </p:nvPr>
        </p:nvSpPr>
        <p:spPr>
          <a:xfrm>
            <a:off x="1218724" y="1203191"/>
            <a:ext cx="6738169" cy="437674"/>
          </a:xfrm>
          <a:prstGeom prst="rect">
            <a:avLst/>
          </a:prstGeom>
          <a:noFill/>
          <a:effectLst/>
        </p:spPr>
        <p:txBody>
          <a:bodyPr wrap="square" bIns="0" rtlCol="0" anchor="b" anchorCtr="0">
            <a:normAutofit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spc="3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CLUENER 细粒度命名实体识别</a:t>
            </a:r>
            <a:endParaRPr lang="en-US" altLang="zh-CN" sz="2400" b="1" spc="30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 hidden="1"/>
          <p:cNvSpPr txBox="1"/>
          <p:nvPr>
            <p:custDataLst>
              <p:tags r:id="rId3"/>
            </p:custDataLst>
          </p:nvPr>
        </p:nvSpPr>
        <p:spPr>
          <a:xfrm>
            <a:off x="3662139" y="4805935"/>
            <a:ext cx="5060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rgbClr val="FF9900"/>
                </a:solidFill>
                <a:latin typeface="微软雅黑" panose="020B0503020204020204" charset="-122"/>
                <a:ea typeface="微软雅黑" panose="020B0503020204020204" charset="-122"/>
              </a:rPr>
              <a:t>1131</a:t>
            </a:r>
            <a:endParaRPr lang="en-US" altLang="zh-CN" sz="1800">
              <a:solidFill>
                <a:srgbClr val="FF9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 hidden="1"/>
          <p:cNvSpPr/>
          <p:nvPr>
            <p:custDataLst>
              <p:tags r:id="rId4"/>
            </p:custDataLst>
          </p:nvPr>
        </p:nvSpPr>
        <p:spPr>
          <a:xfrm>
            <a:off x="6292847" y="-11966"/>
            <a:ext cx="270546" cy="435051"/>
          </a:xfrm>
          <a:prstGeom prst="rect">
            <a:avLst/>
          </a:prstGeom>
          <a:gradFill>
            <a:gsLst>
              <a:gs pos="0">
                <a:srgbClr val="5BDD98">
                  <a:alpha val="100000"/>
                </a:srgbClr>
              </a:gs>
              <a:gs pos="74000">
                <a:srgbClr val="5BDD98">
                  <a:alpha val="100000"/>
                </a:srgbClr>
              </a:gs>
              <a:gs pos="74000">
                <a:srgbClr val="5BDD98">
                  <a:alpha val="0"/>
                </a:srgbClr>
              </a:gs>
              <a:gs pos="100000">
                <a:srgbClr val="5BDD98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" name="矩形 2" hidden="1"/>
          <p:cNvSpPr/>
          <p:nvPr>
            <p:custDataLst>
              <p:tags r:id="rId5"/>
            </p:custDataLst>
          </p:nvPr>
        </p:nvSpPr>
        <p:spPr>
          <a:xfrm>
            <a:off x="1636395" y="1101725"/>
            <a:ext cx="1549412" cy="4064033"/>
          </a:xfrm>
          <a:prstGeom prst="rect">
            <a:avLst/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" name="组合 4" hidden="1"/>
          <p:cNvGrpSpPr/>
          <p:nvPr>
            <p:custDataLst>
              <p:tags r:id="rId6"/>
            </p:custDataLst>
          </p:nvPr>
        </p:nvGrpSpPr>
        <p:grpSpPr>
          <a:xfrm>
            <a:off x="1284605" y="5116226"/>
            <a:ext cx="2670493" cy="706755"/>
            <a:chOff x="1284605" y="5116226"/>
            <a:chExt cx="2670493" cy="706755"/>
          </a:xfrm>
        </p:grpSpPr>
        <p:sp>
          <p:nvSpPr>
            <p:cNvPr id="25" name="文本框 24"/>
            <p:cNvSpPr txBox="1"/>
            <p:nvPr>
              <p:custDataLst>
                <p:tags r:id="rId7"/>
              </p:custDataLst>
            </p:nvPr>
          </p:nvSpPr>
          <p:spPr>
            <a:xfrm>
              <a:off x="1806575" y="5116226"/>
              <a:ext cx="1602740" cy="706755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p>
              <a:pPr algn="ctr" fontAlgn="ctr"/>
              <a:r>
                <a:rPr lang="en-US" altLang="zh-CN" sz="36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</a:t>
              </a:r>
              <a:r>
                <a:rPr lang="en-US" altLang="zh-CN" sz="3600" b="1" dirty="0" smtClean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3600" b="1" dirty="0" smtClean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倍</a:t>
              </a:r>
              <a:endParaRPr lang="zh-CN" altLang="en-US" sz="3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等腰三角形 25"/>
            <p:cNvSpPr/>
            <p:nvPr>
              <p:custDataLst>
                <p:tags r:id="rId8"/>
              </p:custDataLst>
            </p:nvPr>
          </p:nvSpPr>
          <p:spPr>
            <a:xfrm rot="5400000">
              <a:off x="3516630" y="5354351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>
              <p:custDataLst>
                <p:tags r:id="rId9"/>
              </p:custDataLst>
            </p:nvPr>
          </p:nvSpPr>
          <p:spPr>
            <a:xfrm rot="5400000" flipV="1">
              <a:off x="1509395" y="5354351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/>
            <p:nvPr>
              <p:custDataLst>
                <p:tags r:id="rId10"/>
              </p:custDataLst>
            </p:nvPr>
          </p:nvCxnSpPr>
          <p:spPr>
            <a:xfrm flipH="1">
              <a:off x="1284605" y="5151786"/>
              <a:ext cx="0" cy="635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>
              <p:custDataLst>
                <p:tags r:id="rId11"/>
              </p:custDataLst>
            </p:nvPr>
          </p:nvSpPr>
          <p:spPr>
            <a:xfrm rot="5400000">
              <a:off x="3518535" y="5367686"/>
              <a:ext cx="669925" cy="203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7" name="直接连接符 6" hidden="1"/>
          <p:cNvCxnSpPr/>
          <p:nvPr>
            <p:custDataLst>
              <p:tags r:id="rId12"/>
            </p:custDataLst>
          </p:nvPr>
        </p:nvCxnSpPr>
        <p:spPr>
          <a:xfrm>
            <a:off x="3955415" y="2012315"/>
            <a:ext cx="0" cy="38100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 hidden="1"/>
          <p:cNvCxnSpPr/>
          <p:nvPr>
            <p:custDataLst>
              <p:tags r:id="rId13"/>
            </p:custDataLst>
          </p:nvPr>
        </p:nvCxnSpPr>
        <p:spPr>
          <a:xfrm>
            <a:off x="3072765" y="2025015"/>
            <a:ext cx="889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>
            <p:custDataLst>
              <p:tags r:id="rId14"/>
            </p:custDataLst>
          </p:nvPr>
        </p:nvSpPr>
        <p:spPr>
          <a:xfrm>
            <a:off x="1835800" y="1268476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4" name="Chart 63"/>
          <p:cNvGraphicFramePr/>
          <p:nvPr>
            <p:custDataLst>
              <p:tags r:id="rId15"/>
            </p:custDataLst>
          </p:nvPr>
        </p:nvGraphicFramePr>
        <p:xfrm>
          <a:off x="1475763" y="1772920"/>
          <a:ext cx="6052797" cy="4638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16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2987675" y="2388870"/>
            <a:ext cx="4726305" cy="2081530"/>
          </a:xfrm>
          <a:prstGeom prst="rect">
            <a:avLst/>
          </a:prstGeom>
          <a:noFill/>
        </p:spPr>
        <p:txBody>
          <a:bodyPr lIns="68580" tIns="34290" rIns="68580" bIns="34290" anchor="ctr"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kumimoji="0" lang="en-US" altLang="zh-CN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BERT-CRF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模型在</a:t>
            </a:r>
            <a:r>
              <a:rPr kumimoji="0" lang="en-US" altLang="zh-CN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CLUENER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数据集上的表现整体优于</a:t>
            </a:r>
            <a:r>
              <a:rPr kumimoji="0" lang="en-US" altLang="zh-CN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BiLSTM-CRF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模型，但是二者的总体差距仅在</a:t>
            </a:r>
            <a:r>
              <a:rPr kumimoji="0" lang="en-US" altLang="zh-CN" sz="1600" b="1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5%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左右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16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  <a:sym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kumimoji="0" lang="en-US" altLang="zh-CN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BERT-CRF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模型训练的收敛速度要远远慢于</a:t>
            </a:r>
            <a:r>
              <a:rPr kumimoji="0" lang="en-US" altLang="zh-CN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BiLSTM-CRF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模型，在</a:t>
            </a:r>
            <a:r>
              <a:rPr kumimoji="0" lang="en-US" altLang="zh-CN" sz="1600" b="1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I7-8750H/GTX1060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的环境下，对于</a:t>
            </a:r>
            <a:r>
              <a:rPr kumimoji="0" lang="en-US" altLang="zh-CN" sz="1600" b="1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CLUENER</a:t>
            </a:r>
            <a:r>
              <a:rPr kumimoji="0" lang="zh-CN" altLang="en-US" sz="1600" b="1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数据集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的训练（</a:t>
            </a:r>
            <a:r>
              <a:rPr kumimoji="0" lang="en-US" altLang="zh-CN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30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个</a:t>
            </a:r>
            <a:r>
              <a:rPr kumimoji="0" lang="en-US" altLang="zh-CN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epoch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），</a:t>
            </a:r>
            <a:r>
              <a:rPr kumimoji="0" lang="en-US" altLang="zh-CN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BiLSTM-CRF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仅需要</a:t>
            </a:r>
            <a:r>
              <a:rPr kumimoji="0" lang="en-US" altLang="zh-CN" sz="1600" b="1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45min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，而</a:t>
            </a:r>
            <a:r>
              <a:rPr kumimoji="0" lang="en-US" altLang="zh-CN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BERT-CRF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预计需要</a:t>
            </a:r>
            <a:r>
              <a:rPr kumimoji="0" lang="en-US" altLang="zh-CN" sz="1600" b="1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10h</a:t>
            </a:r>
            <a:r>
              <a:rPr kumimoji="0" lang="zh-CN" altLang="en-US" sz="16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左右。</a:t>
            </a:r>
            <a:endParaRPr kumimoji="0" lang="zh-CN" altLang="en-US" sz="16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392906" y="2512934"/>
            <a:ext cx="1983581" cy="1570646"/>
          </a:xfrm>
          <a:prstGeom prst="rect">
            <a:avLst/>
          </a:prstGeom>
          <a:noFill/>
        </p:spPr>
        <p:txBody>
          <a:bodyPr lIns="68580" tIns="34290" rIns="68580" bIns="34290" anchor="ctr" anchorCtr="1">
            <a:normAutofit/>
          </a:bodyPr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结论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565744" y="4083579"/>
            <a:ext cx="1617909" cy="93848"/>
          </a:xfrm>
          <a:prstGeom prst="rect">
            <a:avLst/>
          </a:prstGeom>
          <a:ln>
            <a:noFill/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1733550" y="1566863"/>
            <a:ext cx="6669881" cy="3725466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ysClr val="window" lastClr="FFFFFF">
                <a:lumMod val="85000"/>
                <a:alpha val="75000"/>
              </a:sysClr>
            </a:solidFill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>
            <p:custDataLst>
              <p:tags r:id="rId1"/>
            </p:custDataLst>
          </p:nvPr>
        </p:nvGrpSpPr>
        <p:grpSpPr>
          <a:xfrm>
            <a:off x="4398407" y="2834150"/>
            <a:ext cx="4745594" cy="1744134"/>
            <a:chOff x="5864542" y="2508866"/>
            <a:chExt cx="6327459" cy="2325512"/>
          </a:xfrm>
        </p:grpSpPr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8442037" y="2508866"/>
              <a:ext cx="3749964" cy="368717"/>
            </a:xfrm>
            <a:prstGeom prst="rect">
              <a:avLst/>
            </a:prstGeom>
            <a:solidFill>
              <a:srgbClr val="9BBB59"/>
            </a:solidFill>
            <a:ln>
              <a:noFill/>
            </a:ln>
          </p:spPr>
          <p:style>
            <a:lnRef idx="2">
              <a:srgbClr val="1F74AD">
                <a:shade val="50000"/>
              </a:srgbClr>
            </a:lnRef>
            <a:fillRef idx="1">
              <a:srgbClr val="1F74AD"/>
            </a:fillRef>
            <a:effectRef idx="0">
              <a:srgbClr val="1F74A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6" name="等腰三角形 5"/>
            <p:cNvSpPr/>
            <p:nvPr>
              <p:custDataLst>
                <p:tags r:id="rId3"/>
              </p:custDataLst>
            </p:nvPr>
          </p:nvSpPr>
          <p:spPr>
            <a:xfrm rot="10800000">
              <a:off x="5864542" y="2689779"/>
              <a:ext cx="2487735" cy="2144599"/>
            </a:xfrm>
            <a:prstGeom prst="triangle">
              <a:avLst/>
            </a:prstGeom>
            <a:noFill/>
            <a:ln w="368300">
              <a:solidFill>
                <a:srgbClr val="9BBB59"/>
              </a:solidFill>
            </a:ln>
          </p:spPr>
          <p:style>
            <a:lnRef idx="2">
              <a:srgbClr val="1F74AD">
                <a:shade val="50000"/>
              </a:srgbClr>
            </a:lnRef>
            <a:fillRef idx="1">
              <a:srgbClr val="1F74AD"/>
            </a:fillRef>
            <a:effectRef idx="0">
              <a:srgbClr val="1F74A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4"/>
            </p:custDataLst>
          </p:nvPr>
        </p:nvGrpSpPr>
        <p:grpSpPr>
          <a:xfrm>
            <a:off x="0" y="3105519"/>
            <a:ext cx="4745593" cy="1749849"/>
            <a:chOff x="0" y="2870692"/>
            <a:chExt cx="6327457" cy="2333132"/>
          </a:xfrm>
        </p:grpSpPr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0" y="4835107"/>
              <a:ext cx="5584031" cy="368717"/>
            </a:xfrm>
            <a:prstGeom prst="rect">
              <a:avLst/>
            </a:prstGeom>
            <a:solidFill>
              <a:srgbClr val="3498DB"/>
            </a:solidFill>
            <a:ln>
              <a:noFill/>
            </a:ln>
          </p:spPr>
          <p:style>
            <a:lnRef idx="2">
              <a:srgbClr val="1F74AD">
                <a:shade val="50000"/>
              </a:srgbClr>
            </a:lnRef>
            <a:fillRef idx="1">
              <a:srgbClr val="1F74AD"/>
            </a:fillRef>
            <a:effectRef idx="0">
              <a:srgbClr val="1F74A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" name="等腰三角形 7"/>
            <p:cNvSpPr/>
            <p:nvPr>
              <p:custDataLst>
                <p:tags r:id="rId6"/>
              </p:custDataLst>
            </p:nvPr>
          </p:nvSpPr>
          <p:spPr>
            <a:xfrm>
              <a:off x="3839722" y="2870692"/>
              <a:ext cx="2487735" cy="2144599"/>
            </a:xfrm>
            <a:prstGeom prst="triangle">
              <a:avLst/>
            </a:prstGeom>
            <a:noFill/>
            <a:ln w="368300">
              <a:solidFill>
                <a:srgbClr val="3498DB"/>
              </a:solidFill>
            </a:ln>
          </p:spPr>
          <p:style>
            <a:lnRef idx="2">
              <a:srgbClr val="1F74AD">
                <a:shade val="50000"/>
              </a:srgbClr>
            </a:lnRef>
            <a:fillRef idx="1">
              <a:srgbClr val="1F74AD"/>
            </a:fillRef>
            <a:effectRef idx="0">
              <a:srgbClr val="1F74A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6" name="任意多边形 19"/>
          <p:cNvSpPr/>
          <p:nvPr>
            <p:custDataLst>
              <p:tags r:id="rId7"/>
            </p:custDataLst>
          </p:nvPr>
        </p:nvSpPr>
        <p:spPr>
          <a:xfrm>
            <a:off x="3547238" y="3997599"/>
            <a:ext cx="497318" cy="449993"/>
          </a:xfrm>
          <a:custGeom>
            <a:avLst/>
            <a:gdLst>
              <a:gd name="connsiteX0" fmla="*/ 407586 w 606580"/>
              <a:gd name="connsiteY0" fmla="*/ 252695 h 548858"/>
              <a:gd name="connsiteX1" fmla="*/ 502285 w 606580"/>
              <a:gd name="connsiteY1" fmla="*/ 252695 h 548858"/>
              <a:gd name="connsiteX2" fmla="*/ 502285 w 606580"/>
              <a:gd name="connsiteY2" fmla="*/ 346759 h 548858"/>
              <a:gd name="connsiteX3" fmla="*/ 407586 w 606580"/>
              <a:gd name="connsiteY3" fmla="*/ 346759 h 548858"/>
              <a:gd name="connsiteX4" fmla="*/ 104296 w 606580"/>
              <a:gd name="connsiteY4" fmla="*/ 205698 h 548858"/>
              <a:gd name="connsiteX5" fmla="*/ 199065 w 606580"/>
              <a:gd name="connsiteY5" fmla="*/ 205698 h 548858"/>
              <a:gd name="connsiteX6" fmla="*/ 199065 w 606580"/>
              <a:gd name="connsiteY6" fmla="*/ 346758 h 548858"/>
              <a:gd name="connsiteX7" fmla="*/ 104296 w 606580"/>
              <a:gd name="connsiteY7" fmla="*/ 346758 h 548858"/>
              <a:gd name="connsiteX8" fmla="*/ 255870 w 606580"/>
              <a:gd name="connsiteY8" fmla="*/ 96040 h 548858"/>
              <a:gd name="connsiteX9" fmla="*/ 350710 w 606580"/>
              <a:gd name="connsiteY9" fmla="*/ 96040 h 548858"/>
              <a:gd name="connsiteX10" fmla="*/ 350710 w 606580"/>
              <a:gd name="connsiteY10" fmla="*/ 346759 h 548858"/>
              <a:gd name="connsiteX11" fmla="*/ 255870 w 606580"/>
              <a:gd name="connsiteY11" fmla="*/ 346759 h 548858"/>
              <a:gd name="connsiteX12" fmla="*/ 37882 w 606580"/>
              <a:gd name="connsiteY12" fmla="*/ 37913 h 548858"/>
              <a:gd name="connsiteX13" fmla="*/ 37882 w 606580"/>
              <a:gd name="connsiteY13" fmla="*/ 405363 h 548858"/>
              <a:gd name="connsiteX14" fmla="*/ 568698 w 606580"/>
              <a:gd name="connsiteY14" fmla="*/ 405363 h 548858"/>
              <a:gd name="connsiteX15" fmla="*/ 568698 w 606580"/>
              <a:gd name="connsiteY15" fmla="*/ 37913 h 548858"/>
              <a:gd name="connsiteX16" fmla="*/ 18941 w 606580"/>
              <a:gd name="connsiteY16" fmla="*/ 0 h 548858"/>
              <a:gd name="connsiteX17" fmla="*/ 587639 w 606580"/>
              <a:gd name="connsiteY17" fmla="*/ 0 h 548858"/>
              <a:gd name="connsiteX18" fmla="*/ 606580 w 606580"/>
              <a:gd name="connsiteY18" fmla="*/ 18910 h 548858"/>
              <a:gd name="connsiteX19" fmla="*/ 606580 w 606580"/>
              <a:gd name="connsiteY19" fmla="*/ 424274 h 548858"/>
              <a:gd name="connsiteX20" fmla="*/ 587639 w 606580"/>
              <a:gd name="connsiteY20" fmla="*/ 443184 h 548858"/>
              <a:gd name="connsiteX21" fmla="*/ 322278 w 606580"/>
              <a:gd name="connsiteY21" fmla="*/ 443184 h 548858"/>
              <a:gd name="connsiteX22" fmla="*/ 322278 w 606580"/>
              <a:gd name="connsiteY22" fmla="*/ 511038 h 548858"/>
              <a:gd name="connsiteX23" fmla="*/ 450223 w 606580"/>
              <a:gd name="connsiteY23" fmla="*/ 511038 h 548858"/>
              <a:gd name="connsiteX24" fmla="*/ 450223 w 606580"/>
              <a:gd name="connsiteY24" fmla="*/ 548858 h 548858"/>
              <a:gd name="connsiteX25" fmla="*/ 156357 w 606580"/>
              <a:gd name="connsiteY25" fmla="*/ 548858 h 548858"/>
              <a:gd name="connsiteX26" fmla="*/ 156357 w 606580"/>
              <a:gd name="connsiteY26" fmla="*/ 511038 h 548858"/>
              <a:gd name="connsiteX27" fmla="*/ 284302 w 606580"/>
              <a:gd name="connsiteY27" fmla="*/ 511038 h 548858"/>
              <a:gd name="connsiteX28" fmla="*/ 284302 w 606580"/>
              <a:gd name="connsiteY28" fmla="*/ 443184 h 548858"/>
              <a:gd name="connsiteX29" fmla="*/ 18941 w 606580"/>
              <a:gd name="connsiteY29" fmla="*/ 443184 h 548858"/>
              <a:gd name="connsiteX30" fmla="*/ 0 w 606580"/>
              <a:gd name="connsiteY30" fmla="*/ 424274 h 548858"/>
              <a:gd name="connsiteX31" fmla="*/ 0 w 606580"/>
              <a:gd name="connsiteY31" fmla="*/ 18910 h 548858"/>
              <a:gd name="connsiteX32" fmla="*/ 18941 w 606580"/>
              <a:gd name="connsiteY32" fmla="*/ 0 h 548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06580" h="548858">
                <a:moveTo>
                  <a:pt x="407586" y="252695"/>
                </a:moveTo>
                <a:lnTo>
                  <a:pt x="502285" y="252695"/>
                </a:lnTo>
                <a:lnTo>
                  <a:pt x="502285" y="346759"/>
                </a:lnTo>
                <a:lnTo>
                  <a:pt x="407586" y="346759"/>
                </a:lnTo>
                <a:close/>
                <a:moveTo>
                  <a:pt x="104296" y="205698"/>
                </a:moveTo>
                <a:lnTo>
                  <a:pt x="199065" y="205698"/>
                </a:lnTo>
                <a:lnTo>
                  <a:pt x="199065" y="346758"/>
                </a:lnTo>
                <a:lnTo>
                  <a:pt x="104296" y="346758"/>
                </a:lnTo>
                <a:close/>
                <a:moveTo>
                  <a:pt x="255870" y="96040"/>
                </a:moveTo>
                <a:lnTo>
                  <a:pt x="350710" y="96040"/>
                </a:lnTo>
                <a:lnTo>
                  <a:pt x="350710" y="346759"/>
                </a:lnTo>
                <a:lnTo>
                  <a:pt x="255870" y="346759"/>
                </a:lnTo>
                <a:close/>
                <a:moveTo>
                  <a:pt x="37882" y="37913"/>
                </a:moveTo>
                <a:lnTo>
                  <a:pt x="37882" y="405363"/>
                </a:lnTo>
                <a:lnTo>
                  <a:pt x="568698" y="405363"/>
                </a:lnTo>
                <a:lnTo>
                  <a:pt x="568698" y="37913"/>
                </a:lnTo>
                <a:close/>
                <a:moveTo>
                  <a:pt x="18941" y="0"/>
                </a:moveTo>
                <a:lnTo>
                  <a:pt x="587639" y="0"/>
                </a:lnTo>
                <a:cubicBezTo>
                  <a:pt x="598038" y="0"/>
                  <a:pt x="606580" y="8528"/>
                  <a:pt x="606580" y="18910"/>
                </a:cubicBezTo>
                <a:lnTo>
                  <a:pt x="606580" y="424274"/>
                </a:lnTo>
                <a:cubicBezTo>
                  <a:pt x="606580" y="434656"/>
                  <a:pt x="598038" y="443184"/>
                  <a:pt x="587639" y="443184"/>
                </a:cubicBezTo>
                <a:lnTo>
                  <a:pt x="322278" y="443184"/>
                </a:lnTo>
                <a:lnTo>
                  <a:pt x="322278" y="511038"/>
                </a:lnTo>
                <a:lnTo>
                  <a:pt x="450223" y="511038"/>
                </a:lnTo>
                <a:lnTo>
                  <a:pt x="450223" y="548858"/>
                </a:lnTo>
                <a:lnTo>
                  <a:pt x="156357" y="548858"/>
                </a:lnTo>
                <a:lnTo>
                  <a:pt x="156357" y="511038"/>
                </a:lnTo>
                <a:lnTo>
                  <a:pt x="284302" y="511038"/>
                </a:lnTo>
                <a:lnTo>
                  <a:pt x="284302" y="443184"/>
                </a:lnTo>
                <a:lnTo>
                  <a:pt x="18941" y="443184"/>
                </a:lnTo>
                <a:cubicBezTo>
                  <a:pt x="8542" y="443184"/>
                  <a:pt x="0" y="434656"/>
                  <a:pt x="0" y="424274"/>
                </a:cubicBezTo>
                <a:lnTo>
                  <a:pt x="0" y="18910"/>
                </a:lnTo>
                <a:cubicBezTo>
                  <a:pt x="0" y="8528"/>
                  <a:pt x="8542" y="0"/>
                  <a:pt x="18941" y="0"/>
                </a:cubicBezTo>
                <a:close/>
              </a:path>
            </a:pathLst>
          </a:custGeom>
          <a:solidFill>
            <a:srgbClr val="3498DB"/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1F74AD">
              <a:hueOff val="0"/>
              <a:satOff val="0"/>
              <a:lumOff val="0"/>
              <a:alphaOff val="0"/>
            </a:srgbClr>
          </a:fillRef>
          <a:effectRef idx="0">
            <a:srgbClr val="1F74AD"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68580" tIns="34290" rIns="68580" bIns="3429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650" kern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任意多边形 20"/>
          <p:cNvSpPr/>
          <p:nvPr>
            <p:custDataLst>
              <p:tags r:id="rId8"/>
            </p:custDataLst>
          </p:nvPr>
        </p:nvSpPr>
        <p:spPr>
          <a:xfrm>
            <a:off x="5088830" y="3296891"/>
            <a:ext cx="484953" cy="477167"/>
          </a:xfrm>
          <a:custGeom>
            <a:avLst/>
            <a:gdLst>
              <a:gd name="connsiteX0" fmla="*/ 396980 w 599394"/>
              <a:gd name="connsiteY0" fmla="*/ 411566 h 589770"/>
              <a:gd name="connsiteX1" fmla="*/ 485009 w 599394"/>
              <a:gd name="connsiteY1" fmla="*/ 411566 h 589770"/>
              <a:gd name="connsiteX2" fmla="*/ 485009 w 599394"/>
              <a:gd name="connsiteY2" fmla="*/ 499521 h 589770"/>
              <a:gd name="connsiteX3" fmla="*/ 396980 w 599394"/>
              <a:gd name="connsiteY3" fmla="*/ 499521 h 589770"/>
              <a:gd name="connsiteX4" fmla="*/ 255424 w 599394"/>
              <a:gd name="connsiteY4" fmla="*/ 411566 h 589770"/>
              <a:gd name="connsiteX5" fmla="*/ 343453 w 599394"/>
              <a:gd name="connsiteY5" fmla="*/ 411566 h 589770"/>
              <a:gd name="connsiteX6" fmla="*/ 343453 w 599394"/>
              <a:gd name="connsiteY6" fmla="*/ 499521 h 589770"/>
              <a:gd name="connsiteX7" fmla="*/ 255424 w 599394"/>
              <a:gd name="connsiteY7" fmla="*/ 499521 h 589770"/>
              <a:gd name="connsiteX8" fmla="*/ 114311 w 599394"/>
              <a:gd name="connsiteY8" fmla="*/ 411566 h 589770"/>
              <a:gd name="connsiteX9" fmla="*/ 202414 w 599394"/>
              <a:gd name="connsiteY9" fmla="*/ 411566 h 589770"/>
              <a:gd name="connsiteX10" fmla="*/ 202414 w 599394"/>
              <a:gd name="connsiteY10" fmla="*/ 499521 h 589770"/>
              <a:gd name="connsiteX11" fmla="*/ 114311 w 599394"/>
              <a:gd name="connsiteY11" fmla="*/ 499521 h 589770"/>
              <a:gd name="connsiteX12" fmla="*/ 396980 w 599394"/>
              <a:gd name="connsiteY12" fmla="*/ 289110 h 589770"/>
              <a:gd name="connsiteX13" fmla="*/ 485009 w 599394"/>
              <a:gd name="connsiteY13" fmla="*/ 289110 h 589770"/>
              <a:gd name="connsiteX14" fmla="*/ 485009 w 599394"/>
              <a:gd name="connsiteY14" fmla="*/ 377065 h 589770"/>
              <a:gd name="connsiteX15" fmla="*/ 396980 w 599394"/>
              <a:gd name="connsiteY15" fmla="*/ 377065 h 589770"/>
              <a:gd name="connsiteX16" fmla="*/ 255424 w 599394"/>
              <a:gd name="connsiteY16" fmla="*/ 289110 h 589770"/>
              <a:gd name="connsiteX17" fmla="*/ 343453 w 599394"/>
              <a:gd name="connsiteY17" fmla="*/ 289110 h 589770"/>
              <a:gd name="connsiteX18" fmla="*/ 343453 w 599394"/>
              <a:gd name="connsiteY18" fmla="*/ 377065 h 589770"/>
              <a:gd name="connsiteX19" fmla="*/ 255424 w 599394"/>
              <a:gd name="connsiteY19" fmla="*/ 377065 h 589770"/>
              <a:gd name="connsiteX20" fmla="*/ 114311 w 599394"/>
              <a:gd name="connsiteY20" fmla="*/ 289110 h 589770"/>
              <a:gd name="connsiteX21" fmla="*/ 202414 w 599394"/>
              <a:gd name="connsiteY21" fmla="*/ 289110 h 589770"/>
              <a:gd name="connsiteX22" fmla="*/ 202414 w 599394"/>
              <a:gd name="connsiteY22" fmla="*/ 377065 h 589770"/>
              <a:gd name="connsiteX23" fmla="*/ 114311 w 599394"/>
              <a:gd name="connsiteY23" fmla="*/ 377065 h 589770"/>
              <a:gd name="connsiteX24" fmla="*/ 73311 w 599394"/>
              <a:gd name="connsiteY24" fmla="*/ 262427 h 589770"/>
              <a:gd name="connsiteX25" fmla="*/ 64089 w 599394"/>
              <a:gd name="connsiteY25" fmla="*/ 271635 h 589770"/>
              <a:gd name="connsiteX26" fmla="*/ 64089 w 599394"/>
              <a:gd name="connsiteY26" fmla="*/ 517027 h 589770"/>
              <a:gd name="connsiteX27" fmla="*/ 73311 w 599394"/>
              <a:gd name="connsiteY27" fmla="*/ 526235 h 589770"/>
              <a:gd name="connsiteX28" fmla="*/ 526083 w 599394"/>
              <a:gd name="connsiteY28" fmla="*/ 526235 h 589770"/>
              <a:gd name="connsiteX29" fmla="*/ 535305 w 599394"/>
              <a:gd name="connsiteY29" fmla="*/ 517027 h 589770"/>
              <a:gd name="connsiteX30" fmla="*/ 535305 w 599394"/>
              <a:gd name="connsiteY30" fmla="*/ 271635 h 589770"/>
              <a:gd name="connsiteX31" fmla="*/ 526083 w 599394"/>
              <a:gd name="connsiteY31" fmla="*/ 262427 h 589770"/>
              <a:gd name="connsiteX32" fmla="*/ 437558 w 599394"/>
              <a:gd name="connsiteY32" fmla="*/ 35911 h 589770"/>
              <a:gd name="connsiteX33" fmla="*/ 428336 w 599394"/>
              <a:gd name="connsiteY33" fmla="*/ 45119 h 589770"/>
              <a:gd name="connsiteX34" fmla="*/ 428336 w 599394"/>
              <a:gd name="connsiteY34" fmla="*/ 169887 h 589770"/>
              <a:gd name="connsiteX35" fmla="*/ 437558 w 599394"/>
              <a:gd name="connsiteY35" fmla="*/ 179095 h 589770"/>
              <a:gd name="connsiteX36" fmla="*/ 473982 w 599394"/>
              <a:gd name="connsiteY36" fmla="*/ 179095 h 589770"/>
              <a:gd name="connsiteX37" fmla="*/ 483204 w 599394"/>
              <a:gd name="connsiteY37" fmla="*/ 169887 h 589770"/>
              <a:gd name="connsiteX38" fmla="*/ 483204 w 599394"/>
              <a:gd name="connsiteY38" fmla="*/ 45119 h 589770"/>
              <a:gd name="connsiteX39" fmla="*/ 473982 w 599394"/>
              <a:gd name="connsiteY39" fmla="*/ 35911 h 589770"/>
              <a:gd name="connsiteX40" fmla="*/ 125412 w 599394"/>
              <a:gd name="connsiteY40" fmla="*/ 35911 h 589770"/>
              <a:gd name="connsiteX41" fmla="*/ 116190 w 599394"/>
              <a:gd name="connsiteY41" fmla="*/ 45119 h 589770"/>
              <a:gd name="connsiteX42" fmla="*/ 116190 w 599394"/>
              <a:gd name="connsiteY42" fmla="*/ 169887 h 589770"/>
              <a:gd name="connsiteX43" fmla="*/ 125412 w 599394"/>
              <a:gd name="connsiteY43" fmla="*/ 179095 h 589770"/>
              <a:gd name="connsiteX44" fmla="*/ 161836 w 599394"/>
              <a:gd name="connsiteY44" fmla="*/ 179095 h 589770"/>
              <a:gd name="connsiteX45" fmla="*/ 171058 w 599394"/>
              <a:gd name="connsiteY45" fmla="*/ 169887 h 589770"/>
              <a:gd name="connsiteX46" fmla="*/ 171058 w 599394"/>
              <a:gd name="connsiteY46" fmla="*/ 45119 h 589770"/>
              <a:gd name="connsiteX47" fmla="*/ 161836 w 599394"/>
              <a:gd name="connsiteY47" fmla="*/ 35911 h 589770"/>
              <a:gd name="connsiteX48" fmla="*/ 92676 w 599394"/>
              <a:gd name="connsiteY48" fmla="*/ 0 h 589770"/>
              <a:gd name="connsiteX49" fmla="*/ 194573 w 599394"/>
              <a:gd name="connsiteY49" fmla="*/ 0 h 589770"/>
              <a:gd name="connsiteX50" fmla="*/ 207021 w 599394"/>
              <a:gd name="connsiteY50" fmla="*/ 12431 h 589770"/>
              <a:gd name="connsiteX51" fmla="*/ 207021 w 599394"/>
              <a:gd name="connsiteY51" fmla="*/ 84713 h 589770"/>
              <a:gd name="connsiteX52" fmla="*/ 392373 w 599394"/>
              <a:gd name="connsiteY52" fmla="*/ 84713 h 589770"/>
              <a:gd name="connsiteX53" fmla="*/ 392373 w 599394"/>
              <a:gd name="connsiteY53" fmla="*/ 12431 h 589770"/>
              <a:gd name="connsiteX54" fmla="*/ 404360 w 599394"/>
              <a:gd name="connsiteY54" fmla="*/ 0 h 589770"/>
              <a:gd name="connsiteX55" fmla="*/ 506718 w 599394"/>
              <a:gd name="connsiteY55" fmla="*/ 0 h 589770"/>
              <a:gd name="connsiteX56" fmla="*/ 519167 w 599394"/>
              <a:gd name="connsiteY56" fmla="*/ 12431 h 589770"/>
              <a:gd name="connsiteX57" fmla="*/ 519167 w 599394"/>
              <a:gd name="connsiteY57" fmla="*/ 84713 h 589770"/>
              <a:gd name="connsiteX58" fmla="*/ 586945 w 599394"/>
              <a:gd name="connsiteY58" fmla="*/ 84713 h 589770"/>
              <a:gd name="connsiteX59" fmla="*/ 599394 w 599394"/>
              <a:gd name="connsiteY59" fmla="*/ 97144 h 589770"/>
              <a:gd name="connsiteX60" fmla="*/ 599394 w 599394"/>
              <a:gd name="connsiteY60" fmla="*/ 577800 h 589770"/>
              <a:gd name="connsiteX61" fmla="*/ 586945 w 599394"/>
              <a:gd name="connsiteY61" fmla="*/ 589770 h 589770"/>
              <a:gd name="connsiteX62" fmla="*/ 12449 w 599394"/>
              <a:gd name="connsiteY62" fmla="*/ 589770 h 589770"/>
              <a:gd name="connsiteX63" fmla="*/ 0 w 599394"/>
              <a:gd name="connsiteY63" fmla="*/ 577800 h 589770"/>
              <a:gd name="connsiteX64" fmla="*/ 0 w 599394"/>
              <a:gd name="connsiteY64" fmla="*/ 97144 h 589770"/>
              <a:gd name="connsiteX65" fmla="*/ 12449 w 599394"/>
              <a:gd name="connsiteY65" fmla="*/ 84713 h 589770"/>
              <a:gd name="connsiteX66" fmla="*/ 80227 w 599394"/>
              <a:gd name="connsiteY66" fmla="*/ 84713 h 589770"/>
              <a:gd name="connsiteX67" fmla="*/ 80227 w 599394"/>
              <a:gd name="connsiteY67" fmla="*/ 12431 h 589770"/>
              <a:gd name="connsiteX68" fmla="*/ 92676 w 599394"/>
              <a:gd name="connsiteY68" fmla="*/ 0 h 589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599394" h="589770">
                <a:moveTo>
                  <a:pt x="396980" y="411566"/>
                </a:moveTo>
                <a:lnTo>
                  <a:pt x="485009" y="411566"/>
                </a:lnTo>
                <a:lnTo>
                  <a:pt x="485009" y="499521"/>
                </a:lnTo>
                <a:lnTo>
                  <a:pt x="396980" y="499521"/>
                </a:lnTo>
                <a:close/>
                <a:moveTo>
                  <a:pt x="255424" y="411566"/>
                </a:moveTo>
                <a:lnTo>
                  <a:pt x="343453" y="411566"/>
                </a:lnTo>
                <a:lnTo>
                  <a:pt x="343453" y="499521"/>
                </a:lnTo>
                <a:lnTo>
                  <a:pt x="255424" y="499521"/>
                </a:lnTo>
                <a:close/>
                <a:moveTo>
                  <a:pt x="114311" y="411566"/>
                </a:moveTo>
                <a:lnTo>
                  <a:pt x="202414" y="411566"/>
                </a:lnTo>
                <a:lnTo>
                  <a:pt x="202414" y="499521"/>
                </a:lnTo>
                <a:lnTo>
                  <a:pt x="114311" y="499521"/>
                </a:lnTo>
                <a:close/>
                <a:moveTo>
                  <a:pt x="396980" y="289110"/>
                </a:moveTo>
                <a:lnTo>
                  <a:pt x="485009" y="289110"/>
                </a:lnTo>
                <a:lnTo>
                  <a:pt x="485009" y="377065"/>
                </a:lnTo>
                <a:lnTo>
                  <a:pt x="396980" y="377065"/>
                </a:lnTo>
                <a:close/>
                <a:moveTo>
                  <a:pt x="255424" y="289110"/>
                </a:moveTo>
                <a:lnTo>
                  <a:pt x="343453" y="289110"/>
                </a:lnTo>
                <a:lnTo>
                  <a:pt x="343453" y="377065"/>
                </a:lnTo>
                <a:lnTo>
                  <a:pt x="255424" y="377065"/>
                </a:lnTo>
                <a:close/>
                <a:moveTo>
                  <a:pt x="114311" y="289110"/>
                </a:moveTo>
                <a:lnTo>
                  <a:pt x="202414" y="289110"/>
                </a:lnTo>
                <a:lnTo>
                  <a:pt x="202414" y="377065"/>
                </a:lnTo>
                <a:lnTo>
                  <a:pt x="114311" y="377065"/>
                </a:lnTo>
                <a:close/>
                <a:moveTo>
                  <a:pt x="73311" y="262427"/>
                </a:moveTo>
                <a:cubicBezTo>
                  <a:pt x="68239" y="262427"/>
                  <a:pt x="64089" y="266570"/>
                  <a:pt x="64089" y="271635"/>
                </a:cubicBezTo>
                <a:lnTo>
                  <a:pt x="64089" y="517027"/>
                </a:lnTo>
                <a:cubicBezTo>
                  <a:pt x="64089" y="522091"/>
                  <a:pt x="68239" y="526235"/>
                  <a:pt x="73311" y="526235"/>
                </a:cubicBezTo>
                <a:lnTo>
                  <a:pt x="526083" y="526235"/>
                </a:lnTo>
                <a:cubicBezTo>
                  <a:pt x="531155" y="526235"/>
                  <a:pt x="535305" y="522091"/>
                  <a:pt x="535305" y="517027"/>
                </a:cubicBezTo>
                <a:lnTo>
                  <a:pt x="535305" y="271635"/>
                </a:lnTo>
                <a:cubicBezTo>
                  <a:pt x="535305" y="266570"/>
                  <a:pt x="531155" y="262427"/>
                  <a:pt x="526083" y="262427"/>
                </a:cubicBezTo>
                <a:close/>
                <a:moveTo>
                  <a:pt x="437558" y="35911"/>
                </a:moveTo>
                <a:cubicBezTo>
                  <a:pt x="432486" y="35911"/>
                  <a:pt x="428336" y="40055"/>
                  <a:pt x="428336" y="45119"/>
                </a:cubicBezTo>
                <a:lnTo>
                  <a:pt x="428336" y="169887"/>
                </a:lnTo>
                <a:cubicBezTo>
                  <a:pt x="428336" y="174951"/>
                  <a:pt x="432486" y="179095"/>
                  <a:pt x="437558" y="179095"/>
                </a:cubicBezTo>
                <a:lnTo>
                  <a:pt x="473982" y="179095"/>
                </a:lnTo>
                <a:cubicBezTo>
                  <a:pt x="479054" y="179095"/>
                  <a:pt x="483204" y="174951"/>
                  <a:pt x="483204" y="169887"/>
                </a:cubicBezTo>
                <a:lnTo>
                  <a:pt x="483204" y="45119"/>
                </a:lnTo>
                <a:cubicBezTo>
                  <a:pt x="483204" y="40055"/>
                  <a:pt x="479054" y="35911"/>
                  <a:pt x="473982" y="35911"/>
                </a:cubicBezTo>
                <a:close/>
                <a:moveTo>
                  <a:pt x="125412" y="35911"/>
                </a:moveTo>
                <a:cubicBezTo>
                  <a:pt x="120340" y="35911"/>
                  <a:pt x="116190" y="40055"/>
                  <a:pt x="116190" y="45119"/>
                </a:cubicBezTo>
                <a:lnTo>
                  <a:pt x="116190" y="169887"/>
                </a:lnTo>
                <a:cubicBezTo>
                  <a:pt x="116190" y="174951"/>
                  <a:pt x="120340" y="179095"/>
                  <a:pt x="125412" y="179095"/>
                </a:cubicBezTo>
                <a:lnTo>
                  <a:pt x="161836" y="179095"/>
                </a:lnTo>
                <a:cubicBezTo>
                  <a:pt x="166908" y="179095"/>
                  <a:pt x="171058" y="174951"/>
                  <a:pt x="171058" y="169887"/>
                </a:cubicBezTo>
                <a:lnTo>
                  <a:pt x="171058" y="45119"/>
                </a:lnTo>
                <a:cubicBezTo>
                  <a:pt x="171058" y="40055"/>
                  <a:pt x="166908" y="35911"/>
                  <a:pt x="161836" y="35911"/>
                </a:cubicBezTo>
                <a:close/>
                <a:moveTo>
                  <a:pt x="92676" y="0"/>
                </a:moveTo>
                <a:lnTo>
                  <a:pt x="194573" y="0"/>
                </a:lnTo>
                <a:cubicBezTo>
                  <a:pt x="201489" y="0"/>
                  <a:pt x="207021" y="5525"/>
                  <a:pt x="207021" y="12431"/>
                </a:cubicBezTo>
                <a:lnTo>
                  <a:pt x="207021" y="84713"/>
                </a:lnTo>
                <a:lnTo>
                  <a:pt x="392373" y="84713"/>
                </a:lnTo>
                <a:lnTo>
                  <a:pt x="392373" y="12431"/>
                </a:lnTo>
                <a:cubicBezTo>
                  <a:pt x="392373" y="5525"/>
                  <a:pt x="397905" y="0"/>
                  <a:pt x="404360" y="0"/>
                </a:cubicBezTo>
                <a:lnTo>
                  <a:pt x="506718" y="0"/>
                </a:lnTo>
                <a:cubicBezTo>
                  <a:pt x="513635" y="0"/>
                  <a:pt x="519167" y="5525"/>
                  <a:pt x="519167" y="12431"/>
                </a:cubicBezTo>
                <a:lnTo>
                  <a:pt x="519167" y="84713"/>
                </a:lnTo>
                <a:lnTo>
                  <a:pt x="586945" y="84713"/>
                </a:lnTo>
                <a:cubicBezTo>
                  <a:pt x="593861" y="84713"/>
                  <a:pt x="599394" y="90238"/>
                  <a:pt x="599394" y="97144"/>
                </a:cubicBezTo>
                <a:lnTo>
                  <a:pt x="599394" y="577800"/>
                </a:lnTo>
                <a:cubicBezTo>
                  <a:pt x="599394" y="584245"/>
                  <a:pt x="593861" y="589770"/>
                  <a:pt x="586945" y="589770"/>
                </a:cubicBezTo>
                <a:lnTo>
                  <a:pt x="12449" y="589770"/>
                </a:lnTo>
                <a:cubicBezTo>
                  <a:pt x="5533" y="589770"/>
                  <a:pt x="0" y="584245"/>
                  <a:pt x="0" y="577800"/>
                </a:cubicBezTo>
                <a:lnTo>
                  <a:pt x="0" y="97144"/>
                </a:lnTo>
                <a:cubicBezTo>
                  <a:pt x="0" y="90238"/>
                  <a:pt x="5533" y="84713"/>
                  <a:pt x="12449" y="84713"/>
                </a:cubicBezTo>
                <a:lnTo>
                  <a:pt x="80227" y="84713"/>
                </a:lnTo>
                <a:lnTo>
                  <a:pt x="80227" y="12431"/>
                </a:lnTo>
                <a:cubicBezTo>
                  <a:pt x="80227" y="5525"/>
                  <a:pt x="85759" y="0"/>
                  <a:pt x="92676" y="0"/>
                </a:cubicBezTo>
                <a:close/>
              </a:path>
            </a:pathLst>
          </a:custGeom>
          <a:solidFill>
            <a:srgbClr val="9BBB59"/>
          </a:solidFill>
          <a:ln>
            <a:noFill/>
          </a:ln>
        </p:spPr>
        <p:style>
          <a:lnRef idx="2">
            <a:sysClr val="window" lastClr="FFFFFF">
              <a:hueOff val="0"/>
              <a:satOff val="0"/>
              <a:lumOff val="0"/>
              <a:alphaOff val="0"/>
            </a:sysClr>
          </a:lnRef>
          <a:fillRef idx="1">
            <a:srgbClr val="1F74AD">
              <a:hueOff val="0"/>
              <a:satOff val="0"/>
              <a:lumOff val="0"/>
              <a:alphaOff val="0"/>
            </a:srgbClr>
          </a:fillRef>
          <a:effectRef idx="0">
            <a:srgbClr val="1F74AD"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68580" tIns="34290" rIns="68580" bIns="3429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650" kern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2484398" y="1426958"/>
            <a:ext cx="2831545" cy="474890"/>
          </a:xfrm>
          <a:prstGeom prst="rect">
            <a:avLst/>
          </a:prstGeom>
          <a:noFill/>
          <a:effectLst/>
        </p:spPr>
        <p:txBody>
          <a:bodyPr wrap="square" rtlCol="0" anchor="t"/>
          <a:lstStyle/>
          <a:p>
            <a:pPr algn="ctr">
              <a:lnSpc>
                <a:spcPct val="120000"/>
              </a:lnSpc>
            </a:pPr>
            <a:r>
              <a:rPr lang="zh-CN" altLang="en-US" sz="2400" b="1" spc="3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  <a:sym typeface="Arial" panose="020B0604020202020204" pitchFamily="34" charset="0"/>
              </a:rPr>
              <a:t>模型迁移</a:t>
            </a:r>
            <a:endParaRPr lang="zh-CN" altLang="en-US" sz="2400" b="1" spc="30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611505" y="3479165"/>
            <a:ext cx="205168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800" b="1" spc="15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文本风格偏日常</a:t>
            </a:r>
            <a:endParaRPr lang="zh-CN" altLang="en-US" sz="1800" b="1" spc="150"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11"/>
            </p:custDataLst>
          </p:nvPr>
        </p:nvSpPr>
        <p:spPr>
          <a:xfrm>
            <a:off x="6277610" y="3933190"/>
            <a:ext cx="2051685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800" b="1" spc="15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文本风格偏科研</a:t>
            </a:r>
            <a:endParaRPr lang="zh-CN" altLang="en-US" sz="1800" b="1" spc="15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628650" y="3940493"/>
            <a:ext cx="2051650" cy="5114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800" b="1" spc="1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10</a:t>
            </a:r>
            <a:r>
              <a:rPr lang="zh-CN" altLang="en-US" sz="1800" b="1" spc="1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种类别的实体</a:t>
            </a:r>
            <a:endParaRPr lang="zh-CN" altLang="en-US" sz="1800" b="1" spc="1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13"/>
            </p:custDataLst>
          </p:nvPr>
        </p:nvSpPr>
        <p:spPr>
          <a:xfrm>
            <a:off x="6264275" y="4436745"/>
            <a:ext cx="2051685" cy="419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800" b="1" spc="1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1</a:t>
            </a:r>
            <a:r>
              <a:rPr lang="zh-CN" altLang="en-US" sz="1800" b="1" spc="1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种类别</a:t>
            </a:r>
            <a:endParaRPr lang="zh-CN" altLang="en-US" sz="1800" b="1" spc="1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4"/>
            </p:custDataLst>
          </p:nvPr>
        </p:nvSpPr>
        <p:spPr>
          <a:xfrm>
            <a:off x="628650" y="2923540"/>
            <a:ext cx="2607310" cy="3683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>
              <a:lnSpc>
                <a:spcPct val="120000"/>
              </a:lnSpc>
            </a:pPr>
            <a:r>
              <a:rPr lang="en-US" altLang="zh-CN" sz="2000" b="1" spc="300">
                <a:solidFill>
                  <a:srgbClr val="3498DB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CLUENER</a:t>
            </a:r>
            <a:r>
              <a:rPr lang="zh-CN" altLang="en-US" sz="2000" b="1" spc="300">
                <a:solidFill>
                  <a:srgbClr val="3498DB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数据集</a:t>
            </a:r>
            <a:endParaRPr lang="zh-CN" altLang="en-US" sz="2000" b="1" spc="300">
              <a:solidFill>
                <a:srgbClr val="3498DB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5"/>
            </p:custDataLst>
          </p:nvPr>
        </p:nvSpPr>
        <p:spPr>
          <a:xfrm>
            <a:off x="6277610" y="3341370"/>
            <a:ext cx="2538095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spc="300">
                <a:solidFill>
                  <a:srgbClr val="9BBB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专利</a:t>
            </a:r>
            <a:r>
              <a:rPr lang="en-US" altLang="zh-CN" sz="2000" b="1" spc="300">
                <a:solidFill>
                  <a:srgbClr val="9BBB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-</a:t>
            </a:r>
            <a:r>
              <a:rPr lang="zh-CN" altLang="en-US" sz="2000" b="1" spc="300">
                <a:solidFill>
                  <a:srgbClr val="9BBB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标准数据集</a:t>
            </a:r>
            <a:endParaRPr lang="zh-CN" altLang="en-US" sz="2000" b="1" spc="300">
              <a:solidFill>
                <a:srgbClr val="9BBB59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16"/>
            </p:custDataLst>
          </p:nvPr>
        </p:nvSpPr>
        <p:spPr>
          <a:xfrm>
            <a:off x="2988325" y="1485646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67360" y="620395"/>
            <a:ext cx="4505960" cy="5892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>
              <a:lnSpc>
                <a:spcPct val="120000"/>
              </a:lnSpc>
            </a:pPr>
            <a:r>
              <a:rPr lang="zh-CN" altLang="zh-CN" sz="2700" b="1" spc="3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解决方法</a:t>
            </a:r>
            <a:r>
              <a:rPr lang="en-US" altLang="zh-CN" sz="2700" b="1" spc="3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700" b="1" spc="3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知网数据</a:t>
            </a:r>
            <a:endParaRPr lang="zh-CN" altLang="en-US" sz="2700" b="1" spc="300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08625" y="736346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3"/>
            </p:custDataLst>
          </p:nvPr>
        </p:nvCxnSpPr>
        <p:spPr>
          <a:xfrm>
            <a:off x="889635" y="6021070"/>
            <a:ext cx="337820" cy="0"/>
          </a:xfrm>
          <a:prstGeom prst="line">
            <a:avLst/>
          </a:prstGeom>
          <a:ln w="50800">
            <a:solidFill>
              <a:srgbClr val="00A6CC"/>
            </a:solidFill>
          </a:ln>
        </p:spPr>
        <p:style>
          <a:lnRef idx="1">
            <a:srgbClr val="00A6CC"/>
          </a:lnRef>
          <a:fillRef idx="0">
            <a:srgbClr val="00A6CC"/>
          </a:fillRef>
          <a:effectRef idx="0">
            <a:srgbClr val="00A6CC"/>
          </a:effectRef>
          <a:fontRef idx="minor">
            <a:sysClr val="windowText" lastClr="000000"/>
          </a:fontRef>
        </p:style>
      </p:cxnSp>
      <p:cxnSp>
        <p:nvCxnSpPr>
          <p:cNvPr id="26" name="直接连接符 25"/>
          <p:cNvCxnSpPr/>
          <p:nvPr>
            <p:custDataLst>
              <p:tags r:id="rId4"/>
            </p:custDataLst>
          </p:nvPr>
        </p:nvCxnSpPr>
        <p:spPr>
          <a:xfrm>
            <a:off x="1403985" y="6021070"/>
            <a:ext cx="6703695" cy="0"/>
          </a:xfrm>
          <a:prstGeom prst="line">
            <a:avLst/>
          </a:prstGeom>
          <a:ln w="12700">
            <a:solidFill>
              <a:sysClr val="window" lastClr="FFFFFF">
                <a:lumMod val="85000"/>
              </a:sysClr>
            </a:solidFill>
            <a:prstDash val="dash"/>
          </a:ln>
        </p:spPr>
        <p:style>
          <a:lnRef idx="1">
            <a:srgbClr val="00A6CC"/>
          </a:lnRef>
          <a:fillRef idx="0">
            <a:srgbClr val="00A6CC"/>
          </a:fillRef>
          <a:effectRef idx="0">
            <a:srgbClr val="00A6CC"/>
          </a:effectRef>
          <a:fontRef idx="minor">
            <a:sysClr val="windowText" lastClr="000000"/>
          </a:fontRef>
        </p:style>
      </p:cxnSp>
      <p:grpSp>
        <p:nvGrpSpPr>
          <p:cNvPr id="38" name="组合 37"/>
          <p:cNvGrpSpPr/>
          <p:nvPr>
            <p:custDataLst>
              <p:tags r:id="rId5"/>
            </p:custDataLst>
          </p:nvPr>
        </p:nvGrpSpPr>
        <p:grpSpPr>
          <a:xfrm>
            <a:off x="8306132" y="2502577"/>
            <a:ext cx="192882" cy="192881"/>
            <a:chOff x="11074842" y="2193769"/>
            <a:chExt cx="257176" cy="257175"/>
          </a:xfrm>
          <a:solidFill>
            <a:sysClr val="window" lastClr="FFFFFF">
              <a:lumMod val="95000"/>
            </a:sysClr>
          </a:solidFill>
        </p:grpSpPr>
        <p:sp>
          <p:nvSpPr>
            <p:cNvPr id="30" name="矩形 29"/>
            <p:cNvSpPr/>
            <p:nvPr>
              <p:custDataLst>
                <p:tags r:id="rId6"/>
              </p:custDataLst>
            </p:nvPr>
          </p:nvSpPr>
          <p:spPr>
            <a:xfrm>
              <a:off x="11074842" y="2193770"/>
              <a:ext cx="257175" cy="747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rgbClr val="00A6CC">
                <a:shade val="50000"/>
              </a:srgbClr>
            </a:lnRef>
            <a:fillRef idx="1">
              <a:srgbClr val="00A6CC"/>
            </a:fillRef>
            <a:effectRef idx="0">
              <a:srgbClr val="00A6CC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7"/>
              </p:custDataLst>
            </p:nvPr>
          </p:nvSpPr>
          <p:spPr>
            <a:xfrm rot="16200000">
              <a:off x="11166046" y="2284973"/>
              <a:ext cx="257175" cy="747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rgbClr val="00A6CC">
                <a:shade val="50000"/>
              </a:srgbClr>
            </a:lnRef>
            <a:fillRef idx="1">
              <a:srgbClr val="00A6CC"/>
            </a:fillRef>
            <a:effectRef idx="0">
              <a:srgbClr val="00A6CC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 sz="135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405" y="1705610"/>
            <a:ext cx="7544435" cy="3819525"/>
          </a:xfrm>
          <a:prstGeom prst="rect">
            <a:avLst/>
          </a:prstGeom>
        </p:spPr>
      </p:pic>
      <p:sp>
        <p:nvSpPr>
          <p:cNvPr id="8" name="矩形标注 7"/>
          <p:cNvSpPr/>
          <p:nvPr/>
        </p:nvSpPr>
        <p:spPr>
          <a:xfrm>
            <a:off x="7019925" y="1891030"/>
            <a:ext cx="914400" cy="611505"/>
          </a:xfrm>
          <a:prstGeom prst="wedgeRectCallou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5" name="线形标注 2(带边框和强调线) 14"/>
          <p:cNvSpPr/>
          <p:nvPr/>
        </p:nvSpPr>
        <p:spPr>
          <a:xfrm>
            <a:off x="1187450" y="2636520"/>
            <a:ext cx="6985000" cy="948690"/>
          </a:xfrm>
          <a:prstGeom prst="accentBorderCallout2">
            <a:avLst>
              <a:gd name="adj1" fmla="val 19611"/>
              <a:gd name="adj2" fmla="val -1509"/>
              <a:gd name="adj3" fmla="val 18741"/>
              <a:gd name="adj4" fmla="val -7218"/>
              <a:gd name="adj5" fmla="val -33734"/>
              <a:gd name="adj6" fmla="val -7327"/>
            </a:avLst>
          </a:prstGeom>
          <a:noFill/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79070" y="1916430"/>
            <a:ext cx="1402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文本风格相近</a:t>
            </a:r>
            <a:endParaRPr lang="zh-CN" altLang="en-US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线形标注 2(带边框和强调线) 16"/>
          <p:cNvSpPr/>
          <p:nvPr/>
        </p:nvSpPr>
        <p:spPr>
          <a:xfrm>
            <a:off x="1188085" y="3644900"/>
            <a:ext cx="2231390" cy="215900"/>
          </a:xfrm>
          <a:prstGeom prst="accentBorderCallout2">
            <a:avLst>
              <a:gd name="adj1" fmla="val 18823"/>
              <a:gd name="adj2" fmla="val -4610"/>
              <a:gd name="adj3" fmla="val 18823"/>
              <a:gd name="adj4" fmla="val -21343"/>
              <a:gd name="adj5" fmla="val 116764"/>
              <a:gd name="adj6" fmla="val -2154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35560" y="3968750"/>
            <a:ext cx="37223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存在现有的关键词信息作为数据集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label</a:t>
            </a:r>
            <a:endParaRPr lang="en-US" altLang="zh-CN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表 8"/>
          <p:cNvGraphicFramePr/>
          <p:nvPr>
            <p:custDataLst>
              <p:tags r:id="rId2"/>
            </p:custDataLst>
          </p:nvPr>
        </p:nvGraphicFramePr>
        <p:xfrm>
          <a:off x="695546" y="1988978"/>
          <a:ext cx="7753527" cy="3972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4" name="文本框 43"/>
          <p:cNvSpPr txBox="1"/>
          <p:nvPr>
            <p:custDataLst>
              <p:tags r:id="rId3"/>
            </p:custDataLst>
          </p:nvPr>
        </p:nvSpPr>
        <p:spPr>
          <a:xfrm>
            <a:off x="828040" y="1196340"/>
            <a:ext cx="1963420" cy="437515"/>
          </a:xfrm>
          <a:prstGeom prst="rect">
            <a:avLst/>
          </a:prstGeom>
          <a:noFill/>
          <a:effectLst/>
        </p:spPr>
        <p:txBody>
          <a:bodyPr wrap="square" bIns="0" rtlCol="0" anchor="b" anchorCtr="0">
            <a:normAutofit lnSpcReduction="2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b="1" spc="3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知网数据</a:t>
            </a:r>
            <a:endParaRPr lang="zh-CN" altLang="en-US" sz="2400" b="1" spc="30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 hidden="1"/>
          <p:cNvSpPr txBox="1"/>
          <p:nvPr>
            <p:custDataLst>
              <p:tags r:id="rId4"/>
            </p:custDataLst>
          </p:nvPr>
        </p:nvSpPr>
        <p:spPr>
          <a:xfrm>
            <a:off x="3662139" y="4805935"/>
            <a:ext cx="5060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rgbClr val="FF9900"/>
                </a:solidFill>
                <a:latin typeface="微软雅黑" panose="020B0503020204020204" charset="-122"/>
                <a:ea typeface="微软雅黑" panose="020B0503020204020204" charset="-122"/>
              </a:rPr>
              <a:t>1131</a:t>
            </a:r>
            <a:endParaRPr lang="en-US" altLang="zh-CN" sz="1800">
              <a:solidFill>
                <a:srgbClr val="FF9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 hidden="1"/>
          <p:cNvSpPr/>
          <p:nvPr>
            <p:custDataLst>
              <p:tags r:id="rId5"/>
            </p:custDataLst>
          </p:nvPr>
        </p:nvSpPr>
        <p:spPr>
          <a:xfrm>
            <a:off x="6292847" y="-11966"/>
            <a:ext cx="270546" cy="435051"/>
          </a:xfrm>
          <a:prstGeom prst="rect">
            <a:avLst/>
          </a:prstGeom>
          <a:gradFill>
            <a:gsLst>
              <a:gs pos="0">
                <a:srgbClr val="32AB9F">
                  <a:alpha val="100000"/>
                </a:srgbClr>
              </a:gs>
              <a:gs pos="74000">
                <a:srgbClr val="32AB9F">
                  <a:alpha val="100000"/>
                </a:srgbClr>
              </a:gs>
              <a:gs pos="74000">
                <a:srgbClr val="32AB9F">
                  <a:alpha val="0"/>
                </a:srgbClr>
              </a:gs>
              <a:gs pos="100000">
                <a:srgbClr val="32AB9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" name="矩形 2" hidden="1"/>
          <p:cNvSpPr/>
          <p:nvPr>
            <p:custDataLst>
              <p:tags r:id="rId6"/>
            </p:custDataLst>
          </p:nvPr>
        </p:nvSpPr>
        <p:spPr>
          <a:xfrm>
            <a:off x="1636395" y="1101725"/>
            <a:ext cx="1549412" cy="4064033"/>
          </a:xfrm>
          <a:prstGeom prst="rect">
            <a:avLst/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" name="组合 4" hidden="1"/>
          <p:cNvGrpSpPr/>
          <p:nvPr>
            <p:custDataLst>
              <p:tags r:id="rId7"/>
            </p:custDataLst>
          </p:nvPr>
        </p:nvGrpSpPr>
        <p:grpSpPr>
          <a:xfrm>
            <a:off x="1284605" y="5116226"/>
            <a:ext cx="2670493" cy="706755"/>
            <a:chOff x="1284605" y="5116226"/>
            <a:chExt cx="2670493" cy="706755"/>
          </a:xfrm>
        </p:grpSpPr>
        <p:sp>
          <p:nvSpPr>
            <p:cNvPr id="25" name="文本框 24"/>
            <p:cNvSpPr txBox="1"/>
            <p:nvPr>
              <p:custDataLst>
                <p:tags r:id="rId8"/>
              </p:custDataLst>
            </p:nvPr>
          </p:nvSpPr>
          <p:spPr>
            <a:xfrm>
              <a:off x="1806575" y="5116226"/>
              <a:ext cx="1602740" cy="706755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p>
              <a:pPr algn="ctr" fontAlgn="ctr"/>
              <a:r>
                <a:rPr lang="en-US" altLang="zh-CN" sz="36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</a:t>
              </a:r>
              <a:r>
                <a:rPr lang="en-US" altLang="zh-CN" sz="3600" b="1" dirty="0" smtClean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3600" b="1" dirty="0" smtClean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倍</a:t>
              </a:r>
              <a:endParaRPr lang="zh-CN" altLang="en-US" sz="3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等腰三角形 25"/>
            <p:cNvSpPr/>
            <p:nvPr>
              <p:custDataLst>
                <p:tags r:id="rId9"/>
              </p:custDataLst>
            </p:nvPr>
          </p:nvSpPr>
          <p:spPr>
            <a:xfrm rot="5400000">
              <a:off x="3516630" y="5354351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>
              <p:custDataLst>
                <p:tags r:id="rId10"/>
              </p:custDataLst>
            </p:nvPr>
          </p:nvSpPr>
          <p:spPr>
            <a:xfrm rot="5400000" flipV="1">
              <a:off x="1509395" y="5354351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/>
            <p:nvPr>
              <p:custDataLst>
                <p:tags r:id="rId11"/>
              </p:custDataLst>
            </p:nvPr>
          </p:nvCxnSpPr>
          <p:spPr>
            <a:xfrm flipH="1">
              <a:off x="1284605" y="5151786"/>
              <a:ext cx="0" cy="635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>
              <p:custDataLst>
                <p:tags r:id="rId12"/>
              </p:custDataLst>
            </p:nvPr>
          </p:nvSpPr>
          <p:spPr>
            <a:xfrm rot="5400000">
              <a:off x="3518535" y="5367686"/>
              <a:ext cx="669925" cy="203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7" name="直接连接符 6" hidden="1"/>
          <p:cNvCxnSpPr/>
          <p:nvPr>
            <p:custDataLst>
              <p:tags r:id="rId13"/>
            </p:custDataLst>
          </p:nvPr>
        </p:nvCxnSpPr>
        <p:spPr>
          <a:xfrm>
            <a:off x="3955415" y="2012315"/>
            <a:ext cx="0" cy="38100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 hidden="1"/>
          <p:cNvCxnSpPr/>
          <p:nvPr>
            <p:custDataLst>
              <p:tags r:id="rId14"/>
            </p:custDataLst>
          </p:nvPr>
        </p:nvCxnSpPr>
        <p:spPr>
          <a:xfrm>
            <a:off x="3072765" y="2025015"/>
            <a:ext cx="889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>
            <p:custDataLst>
              <p:tags r:id="rId15"/>
            </p:custDataLst>
          </p:nvPr>
        </p:nvSpPr>
        <p:spPr>
          <a:xfrm>
            <a:off x="611520" y="1268476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表 8"/>
          <p:cNvGraphicFramePr/>
          <p:nvPr>
            <p:custDataLst>
              <p:tags r:id="rId2"/>
            </p:custDataLst>
          </p:nvPr>
        </p:nvGraphicFramePr>
        <p:xfrm>
          <a:off x="695546" y="1988978"/>
          <a:ext cx="7753527" cy="3972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4" name="文本框 43"/>
          <p:cNvSpPr txBox="1"/>
          <p:nvPr>
            <p:custDataLst>
              <p:tags r:id="rId3"/>
            </p:custDataLst>
          </p:nvPr>
        </p:nvSpPr>
        <p:spPr>
          <a:xfrm>
            <a:off x="828040" y="1196340"/>
            <a:ext cx="1963420" cy="437515"/>
          </a:xfrm>
          <a:prstGeom prst="rect">
            <a:avLst/>
          </a:prstGeom>
          <a:noFill/>
          <a:effectLst/>
        </p:spPr>
        <p:txBody>
          <a:bodyPr wrap="square" bIns="0" rtlCol="0" anchor="b" anchorCtr="0">
            <a:normAutofit lnSpcReduction="2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b="1" spc="3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知网数据</a:t>
            </a:r>
            <a:endParaRPr lang="zh-CN" altLang="en-US" sz="2400" b="1" spc="30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 hidden="1"/>
          <p:cNvSpPr txBox="1"/>
          <p:nvPr>
            <p:custDataLst>
              <p:tags r:id="rId4"/>
            </p:custDataLst>
          </p:nvPr>
        </p:nvSpPr>
        <p:spPr>
          <a:xfrm>
            <a:off x="3662139" y="4805935"/>
            <a:ext cx="5060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rgbClr val="FF9900"/>
                </a:solidFill>
                <a:latin typeface="微软雅黑" panose="020B0503020204020204" charset="-122"/>
                <a:ea typeface="微软雅黑" panose="020B0503020204020204" charset="-122"/>
              </a:rPr>
              <a:t>1131</a:t>
            </a:r>
            <a:endParaRPr lang="en-US" altLang="zh-CN" sz="1800">
              <a:solidFill>
                <a:srgbClr val="FF9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 hidden="1"/>
          <p:cNvSpPr/>
          <p:nvPr>
            <p:custDataLst>
              <p:tags r:id="rId5"/>
            </p:custDataLst>
          </p:nvPr>
        </p:nvSpPr>
        <p:spPr>
          <a:xfrm>
            <a:off x="6292847" y="-11966"/>
            <a:ext cx="270546" cy="435051"/>
          </a:xfrm>
          <a:prstGeom prst="rect">
            <a:avLst/>
          </a:prstGeom>
          <a:gradFill>
            <a:gsLst>
              <a:gs pos="0">
                <a:srgbClr val="32AB9F">
                  <a:alpha val="100000"/>
                </a:srgbClr>
              </a:gs>
              <a:gs pos="74000">
                <a:srgbClr val="32AB9F">
                  <a:alpha val="100000"/>
                </a:srgbClr>
              </a:gs>
              <a:gs pos="74000">
                <a:srgbClr val="32AB9F">
                  <a:alpha val="0"/>
                </a:srgbClr>
              </a:gs>
              <a:gs pos="100000">
                <a:srgbClr val="32AB9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" name="矩形 2" hidden="1"/>
          <p:cNvSpPr/>
          <p:nvPr>
            <p:custDataLst>
              <p:tags r:id="rId6"/>
            </p:custDataLst>
          </p:nvPr>
        </p:nvSpPr>
        <p:spPr>
          <a:xfrm>
            <a:off x="1636395" y="1101725"/>
            <a:ext cx="1549412" cy="4064033"/>
          </a:xfrm>
          <a:prstGeom prst="rect">
            <a:avLst/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" name="组合 4" hidden="1"/>
          <p:cNvGrpSpPr/>
          <p:nvPr>
            <p:custDataLst>
              <p:tags r:id="rId7"/>
            </p:custDataLst>
          </p:nvPr>
        </p:nvGrpSpPr>
        <p:grpSpPr>
          <a:xfrm>
            <a:off x="1284605" y="5116226"/>
            <a:ext cx="2670493" cy="706755"/>
            <a:chOff x="1284605" y="5116226"/>
            <a:chExt cx="2670493" cy="706755"/>
          </a:xfrm>
        </p:grpSpPr>
        <p:sp>
          <p:nvSpPr>
            <p:cNvPr id="25" name="文本框 24"/>
            <p:cNvSpPr txBox="1"/>
            <p:nvPr>
              <p:custDataLst>
                <p:tags r:id="rId8"/>
              </p:custDataLst>
            </p:nvPr>
          </p:nvSpPr>
          <p:spPr>
            <a:xfrm>
              <a:off x="1806575" y="5116226"/>
              <a:ext cx="1602740" cy="706755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p>
              <a:pPr algn="ctr" fontAlgn="ctr"/>
              <a:r>
                <a:rPr lang="en-US" altLang="zh-CN" sz="36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</a:t>
              </a:r>
              <a:r>
                <a:rPr lang="en-US" altLang="zh-CN" sz="3600" b="1" dirty="0" smtClean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3600" b="1" dirty="0" smtClean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倍</a:t>
              </a:r>
              <a:endParaRPr lang="zh-CN" altLang="en-US" sz="3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等腰三角形 25"/>
            <p:cNvSpPr/>
            <p:nvPr>
              <p:custDataLst>
                <p:tags r:id="rId9"/>
              </p:custDataLst>
            </p:nvPr>
          </p:nvSpPr>
          <p:spPr>
            <a:xfrm rot="5400000">
              <a:off x="3516630" y="5354351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>
              <p:custDataLst>
                <p:tags r:id="rId10"/>
              </p:custDataLst>
            </p:nvPr>
          </p:nvSpPr>
          <p:spPr>
            <a:xfrm rot="5400000" flipV="1">
              <a:off x="1509395" y="5354351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/>
            <p:nvPr>
              <p:custDataLst>
                <p:tags r:id="rId11"/>
              </p:custDataLst>
            </p:nvPr>
          </p:nvCxnSpPr>
          <p:spPr>
            <a:xfrm flipH="1">
              <a:off x="1284605" y="5151786"/>
              <a:ext cx="0" cy="635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>
              <p:custDataLst>
                <p:tags r:id="rId12"/>
              </p:custDataLst>
            </p:nvPr>
          </p:nvSpPr>
          <p:spPr>
            <a:xfrm rot="5400000">
              <a:off x="3518535" y="5367686"/>
              <a:ext cx="669925" cy="203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7" name="直接连接符 6" hidden="1"/>
          <p:cNvCxnSpPr/>
          <p:nvPr>
            <p:custDataLst>
              <p:tags r:id="rId13"/>
            </p:custDataLst>
          </p:nvPr>
        </p:nvCxnSpPr>
        <p:spPr>
          <a:xfrm>
            <a:off x="3955415" y="2012315"/>
            <a:ext cx="0" cy="38100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 hidden="1"/>
          <p:cNvCxnSpPr/>
          <p:nvPr>
            <p:custDataLst>
              <p:tags r:id="rId14"/>
            </p:custDataLst>
          </p:nvPr>
        </p:nvCxnSpPr>
        <p:spPr>
          <a:xfrm>
            <a:off x="3072765" y="2025015"/>
            <a:ext cx="889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>
            <p:custDataLst>
              <p:tags r:id="rId15"/>
            </p:custDataLst>
          </p:nvPr>
        </p:nvSpPr>
        <p:spPr>
          <a:xfrm>
            <a:off x="611520" y="1268476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2555875" y="1747520"/>
            <a:ext cx="5360035" cy="3364865"/>
          </a:xfrm>
          <a:prstGeom prst="rect">
            <a:avLst/>
          </a:prstGeom>
          <a:noFill/>
        </p:spPr>
        <p:txBody>
          <a:bodyPr lIns="68580" tIns="34290" rIns="68580" bIns="34290" anchor="ctr"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可以看到</a:t>
            </a:r>
            <a:r>
              <a:rPr kumimoji="0" lang="en-US" altLang="zh-CN" sz="18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BiLSTM-CRF</a:t>
            </a: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模型在知网数据上的</a:t>
            </a:r>
            <a:r>
              <a:rPr kumimoji="0" lang="en-US" altLang="zh-CN" sz="18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F1</a:t>
            </a: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指标表现相比于在</a:t>
            </a:r>
            <a:r>
              <a:rPr kumimoji="0" lang="en-US" altLang="zh-CN" sz="18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CLUENER</a:t>
            </a: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数据集上下降了约</a:t>
            </a:r>
            <a:r>
              <a:rPr kumimoji="0" lang="en-US" altLang="zh-CN" sz="1800" b="1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10%</a:t>
            </a: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。</a:t>
            </a: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可能的原因有以下两点：</a:t>
            </a:r>
            <a:endParaRPr kumimoji="0" lang="zh-CN" altLang="en-US" sz="1800" b="0" i="0" u="none" strike="noStrike" kern="1200" cap="none" spc="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  <a:sym typeface="Arial" panose="020B060402020202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kumimoji="0" lang="zh-CN" altLang="en-US" sz="1400" b="0" i="0" u="none" strike="noStrike" kern="1200" cap="none" spc="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知网数据集各方向的论文分布</a:t>
            </a:r>
            <a:r>
              <a:rPr kumimoji="0" lang="zh-CN" altLang="en-US" sz="1400" b="1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不平衡</a:t>
            </a:r>
            <a:r>
              <a:rPr kumimoji="0" lang="zh-CN" altLang="en-US" sz="1400" b="0" i="0" u="none" strike="noStrike" kern="1200" cap="none" spc="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1400" b="0" i="0" u="none" strike="noStrike" kern="1200" cap="none" spc="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  <a:sym typeface="Arial" panose="020B060402020202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kumimoji="0" lang="zh-CN" altLang="en-US" sz="1400" b="0" i="0" u="none" strike="noStrike" kern="1200" cap="none" spc="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大部分论文关键词作为</a:t>
            </a:r>
            <a:r>
              <a:rPr kumimoji="0" lang="en-US" altLang="zh-CN" sz="1400" b="0" i="0" u="none" strike="noStrike" kern="1200" cap="none" spc="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LABEL</a:t>
            </a:r>
            <a:r>
              <a:rPr kumimoji="0" lang="zh-CN" altLang="en-US" sz="1400" b="0" i="0" u="none" strike="noStrike" kern="1200" cap="none" spc="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的</a:t>
            </a:r>
            <a:r>
              <a:rPr kumimoji="0" lang="zh-CN" altLang="en-US" sz="1400" b="1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质量不高</a:t>
            </a:r>
            <a:r>
              <a:rPr kumimoji="0" lang="zh-CN" altLang="en-US" sz="1400" b="0" i="0" u="none" strike="noStrike" kern="1200" cap="none" spc="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1400" b="0" i="0" u="none" strike="noStrike" kern="1200" cap="none" spc="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  <a:sym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但是总体而言，模型在知网数据集上的表现符合期望。</a:t>
            </a:r>
            <a:endParaRPr kumimoji="0" lang="zh-CN" altLang="en-US" sz="1800" b="0" i="0" u="none" strike="noStrike" kern="1200" cap="none" spc="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392906" y="2512934"/>
            <a:ext cx="1983581" cy="1570646"/>
          </a:xfrm>
          <a:prstGeom prst="rect">
            <a:avLst/>
          </a:prstGeom>
          <a:noFill/>
        </p:spPr>
        <p:txBody>
          <a:bodyPr lIns="68580" tIns="34290" rIns="68580" bIns="34290" anchor="ctr" anchorCtr="1">
            <a:normAutofit/>
          </a:bodyPr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结论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565744" y="4083579"/>
            <a:ext cx="1617909" cy="93848"/>
          </a:xfrm>
          <a:prstGeom prst="rect">
            <a:avLst/>
          </a:prstGeom>
          <a:ln>
            <a:noFill/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1733550" y="1566863"/>
            <a:ext cx="6669881" cy="3725466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ysClr val="window" lastClr="FFFFFF">
                <a:lumMod val="85000"/>
                <a:alpha val="75000"/>
              </a:sysClr>
            </a:solidFill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611505" y="3140710"/>
            <a:ext cx="2424430" cy="1604010"/>
          </a:xfrm>
          <a:prstGeom prst="rect">
            <a:avLst/>
          </a:prstGeom>
          <a:ln w="12700">
            <a:miter lim="400000"/>
          </a:ln>
        </p:spPr>
        <p:txBody>
          <a:bodyPr wrap="square" lIns="68580" tIns="34290" rIns="68580" bIns="34290" anchor="ctr" anchorCtr="0"/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zh-CN" altLang="en-US" sz="1600" spc="150">
                <a:solidFill>
                  <a:srgbClr val="000000">
                    <a:lumMod val="100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对于冷门方向的数据可以用相似的热门方向数据替代。</a:t>
            </a:r>
            <a:endParaRPr lang="zh-CN" altLang="en-US" sz="1600" spc="150">
              <a:solidFill>
                <a:srgbClr val="000000">
                  <a:lumMod val="100000"/>
                </a:srgb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zh-CN" altLang="en-US" sz="1600" spc="150">
                <a:solidFill>
                  <a:srgbClr val="000000">
                    <a:lumMod val="100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对于不同方向的数据分别训练模型</a:t>
            </a:r>
            <a:endParaRPr lang="zh-CN" altLang="en-US" sz="1600" spc="150">
              <a:solidFill>
                <a:srgbClr val="000000">
                  <a:lumMod val="100000"/>
                </a:srgb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0">
              <a:lnSpc>
                <a:spcPct val="120000"/>
              </a:lnSpc>
              <a:defRPr sz="1800">
                <a:solidFill>
                  <a:srgbClr val="000000"/>
                </a:solidFill>
              </a:defRPr>
            </a:pPr>
            <a:endParaRPr lang="zh-CN" altLang="en-US" sz="1600" spc="150">
              <a:solidFill>
                <a:srgbClr val="000000">
                  <a:lumMod val="100000"/>
                </a:srgb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3" name="直接连接符 72"/>
          <p:cNvSpPr/>
          <p:nvPr>
            <p:custDataLst>
              <p:tags r:id="rId2"/>
            </p:custDataLst>
          </p:nvPr>
        </p:nvSpPr>
        <p:spPr>
          <a:xfrm>
            <a:off x="665909" y="2959749"/>
            <a:ext cx="2252824" cy="0"/>
          </a:xfrm>
          <a:prstGeom prst="line">
            <a:avLst/>
          </a:prstGeom>
          <a:solidFill>
            <a:srgbClr val="ADC6E2"/>
          </a:solidFill>
          <a:ln w="25400">
            <a:solidFill>
              <a:srgbClr val="000000">
                <a:lumMod val="50000"/>
                <a:lumOff val="50000"/>
              </a:srgbClr>
            </a:solidFill>
            <a:custDash>
              <a:ds d="200000" sp="200000"/>
            </a:custDash>
            <a:miter lim="400000"/>
          </a:ln>
        </p:spPr>
        <p:txBody>
          <a:bodyPr anchor="ctr"/>
          <a:p>
            <a:pPr algn="ctr"/>
            <a:endParaRPr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任意多边形: 形状 80"/>
          <p:cNvSpPr/>
          <p:nvPr>
            <p:custDataLst>
              <p:tags r:id="rId3"/>
            </p:custDataLst>
          </p:nvPr>
        </p:nvSpPr>
        <p:spPr>
          <a:xfrm>
            <a:off x="3213936" y="2564894"/>
            <a:ext cx="2832185" cy="965969"/>
          </a:xfrm>
          <a:custGeom>
            <a:avLst/>
            <a:gdLst>
              <a:gd name="connsiteX0" fmla="*/ 2638804 w 3311591"/>
              <a:gd name="connsiteY0" fmla="*/ 1127866 h 1129480"/>
              <a:gd name="connsiteX1" fmla="*/ 2657460 w 3311591"/>
              <a:gd name="connsiteY1" fmla="*/ 1129480 h 1129480"/>
              <a:gd name="connsiteX2" fmla="*/ 2639218 w 3311591"/>
              <a:gd name="connsiteY2" fmla="*/ 1129480 h 1129480"/>
              <a:gd name="connsiteX3" fmla="*/ 3785 w 3311591"/>
              <a:gd name="connsiteY3" fmla="*/ 1090915 h 1129480"/>
              <a:gd name="connsiteX4" fmla="*/ 10477 w 3311591"/>
              <a:gd name="connsiteY4" fmla="*/ 1091912 h 1129480"/>
              <a:gd name="connsiteX5" fmla="*/ 179495 w 3311591"/>
              <a:gd name="connsiteY5" fmla="*/ 1118670 h 1129480"/>
              <a:gd name="connsiteX6" fmla="*/ 262625 w 3311591"/>
              <a:gd name="connsiteY6" fmla="*/ 1128017 h 1129480"/>
              <a:gd name="connsiteX7" fmla="*/ 280640 w 3311591"/>
              <a:gd name="connsiteY7" fmla="*/ 1129480 h 1129480"/>
              <a:gd name="connsiteX8" fmla="*/ 39453 w 3311591"/>
              <a:gd name="connsiteY8" fmla="*/ 1129480 h 1129480"/>
              <a:gd name="connsiteX9" fmla="*/ 0 w 3311591"/>
              <a:gd name="connsiteY9" fmla="*/ 1124122 h 1129480"/>
              <a:gd name="connsiteX10" fmla="*/ 3969 w 3311591"/>
              <a:gd name="connsiteY10" fmla="*/ 1089302 h 1129480"/>
              <a:gd name="connsiteX11" fmla="*/ 3785 w 3311591"/>
              <a:gd name="connsiteY11" fmla="*/ 1090915 h 1129480"/>
              <a:gd name="connsiteX12" fmla="*/ 1849 w 3311591"/>
              <a:gd name="connsiteY12" fmla="*/ 1090626 h 1129480"/>
              <a:gd name="connsiteX13" fmla="*/ 3233646 w 3311591"/>
              <a:gd name="connsiteY13" fmla="*/ 1009354 h 1129480"/>
              <a:gd name="connsiteX14" fmla="*/ 3253796 w 3311591"/>
              <a:gd name="connsiteY14" fmla="*/ 1045645 h 1129480"/>
              <a:gd name="connsiteX15" fmla="*/ 3255637 w 3311591"/>
              <a:gd name="connsiteY15" fmla="*/ 1085211 h 1129480"/>
              <a:gd name="connsiteX16" fmla="*/ 3257402 w 3311591"/>
              <a:gd name="connsiteY16" fmla="*/ 1110276 h 1129480"/>
              <a:gd name="connsiteX17" fmla="*/ 3268753 w 3311591"/>
              <a:gd name="connsiteY17" fmla="*/ 1112658 h 1129480"/>
              <a:gd name="connsiteX18" fmla="*/ 3270594 w 3311591"/>
              <a:gd name="connsiteY18" fmla="*/ 1076277 h 1129480"/>
              <a:gd name="connsiteX19" fmla="*/ 3270594 w 3311591"/>
              <a:gd name="connsiteY19" fmla="*/ 1039982 h 1129480"/>
              <a:gd name="connsiteX20" fmla="*/ 3259561 w 3311591"/>
              <a:gd name="connsiteY20" fmla="*/ 1025768 h 1129480"/>
              <a:gd name="connsiteX21" fmla="*/ 3248749 w 3311591"/>
              <a:gd name="connsiteY21" fmla="*/ 1021191 h 1129480"/>
              <a:gd name="connsiteX22" fmla="*/ 3176292 w 3311591"/>
              <a:gd name="connsiteY22" fmla="*/ 1007002 h 1129480"/>
              <a:gd name="connsiteX23" fmla="*/ 3176292 w 3311591"/>
              <a:gd name="connsiteY23" fmla="*/ 1048161 h 1129480"/>
              <a:gd name="connsiteX24" fmla="*/ 3179969 w 3311591"/>
              <a:gd name="connsiteY24" fmla="*/ 1079776 h 1129480"/>
              <a:gd name="connsiteX25" fmla="*/ 3199980 w 3311591"/>
              <a:gd name="connsiteY25" fmla="*/ 1105214 h 1129480"/>
              <a:gd name="connsiteX26" fmla="*/ 3211870 w 3311591"/>
              <a:gd name="connsiteY26" fmla="*/ 1120835 h 1129480"/>
              <a:gd name="connsiteX27" fmla="*/ 3234012 w 3311591"/>
              <a:gd name="connsiteY27" fmla="*/ 1115359 h 1129480"/>
              <a:gd name="connsiteX28" fmla="*/ 3242445 w 3311591"/>
              <a:gd name="connsiteY28" fmla="*/ 1102042 h 1129480"/>
              <a:gd name="connsiteX29" fmla="*/ 3244287 w 3311591"/>
              <a:gd name="connsiteY29" fmla="*/ 1074400 h 1129480"/>
              <a:gd name="connsiteX30" fmla="*/ 3239382 w 3311591"/>
              <a:gd name="connsiteY30" fmla="*/ 1046659 h 1129480"/>
              <a:gd name="connsiteX31" fmla="*/ 3233937 w 3311591"/>
              <a:gd name="connsiteY31" fmla="*/ 1085847 h 1129480"/>
              <a:gd name="connsiteX32" fmla="*/ 3229032 w 3311591"/>
              <a:gd name="connsiteY32" fmla="*/ 1099776 h 1129480"/>
              <a:gd name="connsiteX33" fmla="*/ 3225359 w 3311591"/>
              <a:gd name="connsiteY33" fmla="*/ 1062501 h 1129480"/>
              <a:gd name="connsiteX34" fmla="*/ 3216377 w 3311591"/>
              <a:gd name="connsiteY34" fmla="*/ 1046791 h 1129480"/>
              <a:gd name="connsiteX35" fmla="*/ 3201746 w 3311591"/>
              <a:gd name="connsiteY35" fmla="*/ 1068160 h 1129480"/>
              <a:gd name="connsiteX36" fmla="*/ 3195075 w 3311591"/>
              <a:gd name="connsiteY36" fmla="*/ 1059613 h 1129480"/>
              <a:gd name="connsiteX37" fmla="*/ 3212628 w 3311591"/>
              <a:gd name="connsiteY37" fmla="*/ 1027386 h 1129480"/>
              <a:gd name="connsiteX38" fmla="*/ 3203043 w 3311591"/>
              <a:gd name="connsiteY38" fmla="*/ 1017247 h 1129480"/>
              <a:gd name="connsiteX39" fmla="*/ 3195220 w 3311591"/>
              <a:gd name="connsiteY39" fmla="*/ 1024203 h 1129480"/>
              <a:gd name="connsiteX40" fmla="*/ 3195220 w 3311591"/>
              <a:gd name="connsiteY40" fmla="*/ 1007002 h 1129480"/>
              <a:gd name="connsiteX41" fmla="*/ 2579626 w 3311591"/>
              <a:gd name="connsiteY41" fmla="*/ 950354 h 1129480"/>
              <a:gd name="connsiteX42" fmla="*/ 2581625 w 3311591"/>
              <a:gd name="connsiteY42" fmla="*/ 956001 h 1129480"/>
              <a:gd name="connsiteX43" fmla="*/ 2595978 w 3311591"/>
              <a:gd name="connsiteY43" fmla="*/ 990355 h 1129480"/>
              <a:gd name="connsiteX44" fmla="*/ 2600973 w 3311591"/>
              <a:gd name="connsiteY44" fmla="*/ 1001441 h 1129480"/>
              <a:gd name="connsiteX45" fmla="*/ 2601949 w 3311591"/>
              <a:gd name="connsiteY45" fmla="*/ 1008776 h 1129480"/>
              <a:gd name="connsiteX46" fmla="*/ 2602493 w 3311591"/>
              <a:gd name="connsiteY46" fmla="*/ 1012183 h 1129480"/>
              <a:gd name="connsiteX47" fmla="*/ 2605663 w 3311591"/>
              <a:gd name="connsiteY47" fmla="*/ 1011851 h 1129480"/>
              <a:gd name="connsiteX48" fmla="*/ 2608173 w 3311591"/>
              <a:gd name="connsiteY48" fmla="*/ 1017423 h 1129480"/>
              <a:gd name="connsiteX49" fmla="*/ 2613325 w 3311591"/>
              <a:gd name="connsiteY49" fmla="*/ 1028402 h 1129480"/>
              <a:gd name="connsiteX50" fmla="*/ 2638804 w 3311591"/>
              <a:gd name="connsiteY50" fmla="*/ 1127866 h 1129480"/>
              <a:gd name="connsiteX51" fmla="*/ 2624643 w 3311591"/>
              <a:gd name="connsiteY51" fmla="*/ 1126640 h 1129480"/>
              <a:gd name="connsiteX52" fmla="*/ 2558091 w 3311591"/>
              <a:gd name="connsiteY52" fmla="*/ 1118599 h 1129480"/>
              <a:gd name="connsiteX53" fmla="*/ 2515328 w 3311591"/>
              <a:gd name="connsiteY53" fmla="*/ 1109762 h 1129480"/>
              <a:gd name="connsiteX54" fmla="*/ 2504356 w 3311591"/>
              <a:gd name="connsiteY54" fmla="*/ 1107591 h 1129480"/>
              <a:gd name="connsiteX55" fmla="*/ 2504413 w 3311591"/>
              <a:gd name="connsiteY55" fmla="*/ 1106949 h 1129480"/>
              <a:gd name="connsiteX56" fmla="*/ 2507588 w 3311591"/>
              <a:gd name="connsiteY56" fmla="*/ 1104375 h 1129480"/>
              <a:gd name="connsiteX57" fmla="*/ 2536184 w 3311591"/>
              <a:gd name="connsiteY57" fmla="*/ 1083517 h 1129480"/>
              <a:gd name="connsiteX58" fmla="*/ 2568828 w 3311591"/>
              <a:gd name="connsiteY58" fmla="*/ 1049624 h 1129480"/>
              <a:gd name="connsiteX59" fmla="*/ 2583405 w 3311591"/>
              <a:gd name="connsiteY59" fmla="*/ 1014726 h 1129480"/>
              <a:gd name="connsiteX60" fmla="*/ 2571906 w 3311591"/>
              <a:gd name="connsiteY60" fmla="*/ 1003684 h 1129480"/>
              <a:gd name="connsiteX61" fmla="*/ 2541407 w 3311591"/>
              <a:gd name="connsiteY61" fmla="*/ 1046529 h 1129480"/>
              <a:gd name="connsiteX62" fmla="*/ 2516958 w 3311591"/>
              <a:gd name="connsiteY62" fmla="*/ 1072576 h 1129480"/>
              <a:gd name="connsiteX63" fmla="*/ 2557347 w 3311591"/>
              <a:gd name="connsiteY63" fmla="*/ 998030 h 1129480"/>
              <a:gd name="connsiteX64" fmla="*/ 2569451 w 3311591"/>
              <a:gd name="connsiteY64" fmla="*/ 970192 h 1129480"/>
              <a:gd name="connsiteX65" fmla="*/ 2576501 w 3311591"/>
              <a:gd name="connsiteY65" fmla="*/ 956171 h 1129480"/>
              <a:gd name="connsiteX66" fmla="*/ 2968766 w 3311591"/>
              <a:gd name="connsiteY66" fmla="*/ 889859 h 1129480"/>
              <a:gd name="connsiteX67" fmla="*/ 2965159 w 3311591"/>
              <a:gd name="connsiteY67" fmla="*/ 916894 h 1129480"/>
              <a:gd name="connsiteX68" fmla="*/ 2976048 w 3311591"/>
              <a:gd name="connsiteY68" fmla="*/ 921661 h 1129480"/>
              <a:gd name="connsiteX69" fmla="*/ 2979655 w 3311591"/>
              <a:gd name="connsiteY69" fmla="*/ 905953 h 1129480"/>
              <a:gd name="connsiteX70" fmla="*/ 2388552 w 3311591"/>
              <a:gd name="connsiteY70" fmla="*/ 843290 h 1129480"/>
              <a:gd name="connsiteX71" fmla="*/ 2454444 w 3311591"/>
              <a:gd name="connsiteY71" fmla="*/ 934769 h 1129480"/>
              <a:gd name="connsiteX72" fmla="*/ 2460463 w 3311591"/>
              <a:gd name="connsiteY72" fmla="*/ 1034507 h 1129480"/>
              <a:gd name="connsiteX73" fmla="*/ 2466235 w 3311591"/>
              <a:gd name="connsiteY73" fmla="*/ 1097691 h 1129480"/>
              <a:gd name="connsiteX74" fmla="*/ 2503354 w 3311591"/>
              <a:gd name="connsiteY74" fmla="*/ 1103694 h 1129480"/>
              <a:gd name="connsiteX75" fmla="*/ 2509373 w 3311591"/>
              <a:gd name="connsiteY75" fmla="*/ 1011986 h 1129480"/>
              <a:gd name="connsiteX76" fmla="*/ 2509373 w 3311591"/>
              <a:gd name="connsiteY76" fmla="*/ 920495 h 1129480"/>
              <a:gd name="connsiteX77" fmla="*/ 2473294 w 3311591"/>
              <a:gd name="connsiteY77" fmla="*/ 884666 h 1129480"/>
              <a:gd name="connsiteX78" fmla="*/ 2437938 w 3311591"/>
              <a:gd name="connsiteY78" fmla="*/ 873128 h 1129480"/>
              <a:gd name="connsiteX79" fmla="*/ 2201006 w 3311591"/>
              <a:gd name="connsiteY79" fmla="*/ 837360 h 1129480"/>
              <a:gd name="connsiteX80" fmla="*/ 2201006 w 3311591"/>
              <a:gd name="connsiteY80" fmla="*/ 941112 h 1129480"/>
              <a:gd name="connsiteX81" fmla="*/ 2213029 w 3311591"/>
              <a:gd name="connsiteY81" fmla="*/ 1020806 h 1129480"/>
              <a:gd name="connsiteX82" fmla="*/ 2278465 w 3311591"/>
              <a:gd name="connsiteY82" fmla="*/ 1084930 h 1129480"/>
              <a:gd name="connsiteX83" fmla="*/ 2317343 w 3311591"/>
              <a:gd name="connsiteY83" fmla="*/ 1124306 h 1129480"/>
              <a:gd name="connsiteX84" fmla="*/ 2389747 w 3311591"/>
              <a:gd name="connsiteY84" fmla="*/ 1110503 h 1129480"/>
              <a:gd name="connsiteX85" fmla="*/ 2417324 w 3311591"/>
              <a:gd name="connsiteY85" fmla="*/ 1076933 h 1129480"/>
              <a:gd name="connsiteX86" fmla="*/ 2423345 w 3311591"/>
              <a:gd name="connsiteY86" fmla="*/ 1007256 h 1129480"/>
              <a:gd name="connsiteX87" fmla="*/ 2407308 w 3311591"/>
              <a:gd name="connsiteY87" fmla="*/ 937326 h 1129480"/>
              <a:gd name="connsiteX88" fmla="*/ 2389500 w 3311591"/>
              <a:gd name="connsiteY88" fmla="*/ 1036110 h 1129480"/>
              <a:gd name="connsiteX89" fmla="*/ 2373463 w 3311591"/>
              <a:gd name="connsiteY89" fmla="*/ 1071221 h 1129480"/>
              <a:gd name="connsiteX90" fmla="*/ 2361451 w 3311591"/>
              <a:gd name="connsiteY90" fmla="*/ 977260 h 1129480"/>
              <a:gd name="connsiteX91" fmla="*/ 2332083 w 3311591"/>
              <a:gd name="connsiteY91" fmla="*/ 937659 h 1129480"/>
              <a:gd name="connsiteX92" fmla="*/ 2284239 w 3311591"/>
              <a:gd name="connsiteY92" fmla="*/ 991527 h 1129480"/>
              <a:gd name="connsiteX93" fmla="*/ 2262427 w 3311591"/>
              <a:gd name="connsiteY93" fmla="*/ 969980 h 1129480"/>
              <a:gd name="connsiteX94" fmla="*/ 2319823 w 3311591"/>
              <a:gd name="connsiteY94" fmla="*/ 888745 h 1129480"/>
              <a:gd name="connsiteX95" fmla="*/ 2288480 w 3311591"/>
              <a:gd name="connsiteY95" fmla="*/ 863185 h 1129480"/>
              <a:gd name="connsiteX96" fmla="*/ 2262901 w 3311591"/>
              <a:gd name="connsiteY96" fmla="*/ 880721 h 1129480"/>
              <a:gd name="connsiteX97" fmla="*/ 2262901 w 3311591"/>
              <a:gd name="connsiteY97" fmla="*/ 837360 h 1129480"/>
              <a:gd name="connsiteX98" fmla="*/ 3042518 w 3311591"/>
              <a:gd name="connsiteY98" fmla="*/ 823125 h 1129480"/>
              <a:gd name="connsiteX99" fmla="*/ 3029009 w 3311591"/>
              <a:gd name="connsiteY99" fmla="*/ 829011 h 1129480"/>
              <a:gd name="connsiteX100" fmla="*/ 3063971 w 3311591"/>
              <a:gd name="connsiteY100" fmla="*/ 892624 h 1129480"/>
              <a:gd name="connsiteX101" fmla="*/ 2883194 w 3311591"/>
              <a:gd name="connsiteY101" fmla="*/ 813554 h 1129480"/>
              <a:gd name="connsiteX102" fmla="*/ 2871153 w 3311591"/>
              <a:gd name="connsiteY102" fmla="*/ 815932 h 1129480"/>
              <a:gd name="connsiteX103" fmla="*/ 2871471 w 3311591"/>
              <a:gd name="connsiteY103" fmla="*/ 839790 h 1129480"/>
              <a:gd name="connsiteX104" fmla="*/ 2864878 w 3311591"/>
              <a:gd name="connsiteY104" fmla="*/ 861671 h 1129480"/>
              <a:gd name="connsiteX105" fmla="*/ 2860658 w 3311591"/>
              <a:gd name="connsiteY105" fmla="*/ 823797 h 1129480"/>
              <a:gd name="connsiteX106" fmla="*/ 2858824 w 3311591"/>
              <a:gd name="connsiteY106" fmla="*/ 878375 h 1129480"/>
              <a:gd name="connsiteX107" fmla="*/ 2874616 w 3311591"/>
              <a:gd name="connsiteY107" fmla="*/ 891989 h 1129480"/>
              <a:gd name="connsiteX108" fmla="*/ 2883194 w 3311591"/>
              <a:gd name="connsiteY108" fmla="*/ 838805 h 1129480"/>
              <a:gd name="connsiteX109" fmla="*/ 2763321 w 3311591"/>
              <a:gd name="connsiteY109" fmla="*/ 801146 h 1129480"/>
              <a:gd name="connsiteX110" fmla="*/ 2767541 w 3311591"/>
              <a:gd name="connsiteY110" fmla="*/ 818511 h 1129480"/>
              <a:gd name="connsiteX111" fmla="*/ 2781885 w 3311591"/>
              <a:gd name="connsiteY111" fmla="*/ 829459 h 1129480"/>
              <a:gd name="connsiteX112" fmla="*/ 2784947 w 3311591"/>
              <a:gd name="connsiteY112" fmla="*/ 860589 h 1129480"/>
              <a:gd name="connsiteX113" fmla="*/ 2777127 w 3311591"/>
              <a:gd name="connsiteY113" fmla="*/ 872935 h 1129480"/>
              <a:gd name="connsiteX114" fmla="*/ 2777127 w 3311591"/>
              <a:gd name="connsiteY114" fmla="*/ 898188 h 1129480"/>
              <a:gd name="connsiteX115" fmla="*/ 2791153 w 3311591"/>
              <a:gd name="connsiteY115" fmla="*/ 876718 h 1129480"/>
              <a:gd name="connsiteX116" fmla="*/ 2803339 w 3311591"/>
              <a:gd name="connsiteY116" fmla="*/ 863302 h 1129480"/>
              <a:gd name="connsiteX117" fmla="*/ 2796127 w 3311591"/>
              <a:gd name="connsiteY117" fmla="*/ 839828 h 1129480"/>
              <a:gd name="connsiteX118" fmla="*/ 2784091 w 3311591"/>
              <a:gd name="connsiteY118" fmla="*/ 812283 h 1129480"/>
              <a:gd name="connsiteX119" fmla="*/ 3005935 w 3311591"/>
              <a:gd name="connsiteY119" fmla="*/ 786010 h 1129480"/>
              <a:gd name="connsiteX120" fmla="*/ 3000418 w 3311591"/>
              <a:gd name="connsiteY120" fmla="*/ 854303 h 1129480"/>
              <a:gd name="connsiteX121" fmla="*/ 3012315 w 3311591"/>
              <a:gd name="connsiteY121" fmla="*/ 859071 h 1129480"/>
              <a:gd name="connsiteX122" fmla="*/ 3011624 w 3311591"/>
              <a:gd name="connsiteY122" fmla="*/ 881648 h 1129480"/>
              <a:gd name="connsiteX123" fmla="*/ 3024279 w 3311591"/>
              <a:gd name="connsiteY123" fmla="*/ 876879 h 1129480"/>
              <a:gd name="connsiteX124" fmla="*/ 3012487 w 3311591"/>
              <a:gd name="connsiteY124" fmla="*/ 827679 h 1129480"/>
              <a:gd name="connsiteX125" fmla="*/ 2985289 w 3311591"/>
              <a:gd name="connsiteY125" fmla="*/ 769085 h 1129480"/>
              <a:gd name="connsiteX126" fmla="*/ 2973497 w 3311591"/>
              <a:gd name="connsiteY126" fmla="*/ 799018 h 1129480"/>
              <a:gd name="connsiteX127" fmla="*/ 2962759 w 3311591"/>
              <a:gd name="connsiteY127" fmla="*/ 790368 h 1129480"/>
              <a:gd name="connsiteX128" fmla="*/ 2965753 w 3311591"/>
              <a:gd name="connsiteY128" fmla="*/ 836393 h 1129480"/>
              <a:gd name="connsiteX129" fmla="*/ 2971117 w 3311591"/>
              <a:gd name="connsiteY129" fmla="*/ 848828 h 1129480"/>
              <a:gd name="connsiteX130" fmla="*/ 2979702 w 3311591"/>
              <a:gd name="connsiteY130" fmla="*/ 817115 h 1129480"/>
              <a:gd name="connsiteX131" fmla="*/ 2987054 w 3311591"/>
              <a:gd name="connsiteY131" fmla="*/ 854676 h 1129480"/>
              <a:gd name="connsiteX132" fmla="*/ 2992571 w 3311591"/>
              <a:gd name="connsiteY132" fmla="*/ 808651 h 1129480"/>
              <a:gd name="connsiteX133" fmla="*/ 2784919 w 3311591"/>
              <a:gd name="connsiteY133" fmla="*/ 724429 h 1129480"/>
              <a:gd name="connsiteX134" fmla="*/ 2781321 w 3311591"/>
              <a:gd name="connsiteY134" fmla="*/ 759231 h 1129480"/>
              <a:gd name="connsiteX135" fmla="*/ 2767609 w 3311591"/>
              <a:gd name="connsiteY135" fmla="*/ 732057 h 1129480"/>
              <a:gd name="connsiteX136" fmla="*/ 2757335 w 3311591"/>
              <a:gd name="connsiteY136" fmla="*/ 750865 h 1129480"/>
              <a:gd name="connsiteX137" fmla="*/ 2760941 w 3311591"/>
              <a:gd name="connsiteY137" fmla="*/ 777795 h 1129480"/>
              <a:gd name="connsiteX138" fmla="*/ 2780800 w 3311591"/>
              <a:gd name="connsiteY138" fmla="*/ 786447 h 1129480"/>
              <a:gd name="connsiteX139" fmla="*/ 2793527 w 3311591"/>
              <a:gd name="connsiteY139" fmla="*/ 814602 h 1129480"/>
              <a:gd name="connsiteX140" fmla="*/ 2808481 w 3311591"/>
              <a:gd name="connsiteY140" fmla="*/ 832608 h 1129480"/>
              <a:gd name="connsiteX141" fmla="*/ 2823735 w 3311591"/>
              <a:gd name="connsiteY141" fmla="*/ 865619 h 1129480"/>
              <a:gd name="connsiteX142" fmla="*/ 2840144 w 3311591"/>
              <a:gd name="connsiteY142" fmla="*/ 879134 h 1129480"/>
              <a:gd name="connsiteX143" fmla="*/ 2843887 w 3311591"/>
              <a:gd name="connsiteY143" fmla="*/ 859954 h 1129480"/>
              <a:gd name="connsiteX144" fmla="*/ 2843887 w 3311591"/>
              <a:gd name="connsiteY144" fmla="*/ 826055 h 1129480"/>
              <a:gd name="connsiteX145" fmla="*/ 2834915 w 3311591"/>
              <a:gd name="connsiteY145" fmla="*/ 830732 h 1129480"/>
              <a:gd name="connsiteX146" fmla="*/ 2823027 w 3311591"/>
              <a:gd name="connsiteY146" fmla="*/ 828440 h 1129480"/>
              <a:gd name="connsiteX147" fmla="*/ 2823027 w 3311591"/>
              <a:gd name="connsiteY147" fmla="*/ 804769 h 1129480"/>
              <a:gd name="connsiteX148" fmla="*/ 2813979 w 3311591"/>
              <a:gd name="connsiteY148" fmla="*/ 782802 h 1129480"/>
              <a:gd name="connsiteX149" fmla="*/ 2804999 w 3311591"/>
              <a:gd name="connsiteY149" fmla="*/ 810534 h 1129480"/>
              <a:gd name="connsiteX150" fmla="*/ 2794580 w 3311591"/>
              <a:gd name="connsiteY150" fmla="*/ 796317 h 1129480"/>
              <a:gd name="connsiteX151" fmla="*/ 2796424 w 3311591"/>
              <a:gd name="connsiteY151" fmla="*/ 763013 h 1129480"/>
              <a:gd name="connsiteX152" fmla="*/ 2871154 w 3311591"/>
              <a:gd name="connsiteY152" fmla="*/ 719017 h 1129480"/>
              <a:gd name="connsiteX153" fmla="*/ 2866327 w 3311591"/>
              <a:gd name="connsiteY153" fmla="*/ 731749 h 1129480"/>
              <a:gd name="connsiteX154" fmla="*/ 2874837 w 3311591"/>
              <a:gd name="connsiteY154" fmla="*/ 756107 h 1129480"/>
              <a:gd name="connsiteX155" fmla="*/ 2876671 w 3311591"/>
              <a:gd name="connsiteY155" fmla="*/ 784542 h 1129480"/>
              <a:gd name="connsiteX156" fmla="*/ 2892538 w 3311591"/>
              <a:gd name="connsiteY156" fmla="*/ 805912 h 1129480"/>
              <a:gd name="connsiteX157" fmla="*/ 2897979 w 3311591"/>
              <a:gd name="connsiteY157" fmla="*/ 824809 h 1129480"/>
              <a:gd name="connsiteX158" fmla="*/ 2896139 w 3311591"/>
              <a:gd name="connsiteY158" fmla="*/ 845483 h 1129480"/>
              <a:gd name="connsiteX159" fmla="*/ 2885181 w 3311591"/>
              <a:gd name="connsiteY159" fmla="*/ 875603 h 1129480"/>
              <a:gd name="connsiteX160" fmla="*/ 2890620 w 3311591"/>
              <a:gd name="connsiteY160" fmla="*/ 889725 h 1129480"/>
              <a:gd name="connsiteX161" fmla="*/ 2900359 w 3311591"/>
              <a:gd name="connsiteY161" fmla="*/ 873311 h 1129480"/>
              <a:gd name="connsiteX162" fmla="*/ 2911393 w 3311591"/>
              <a:gd name="connsiteY162" fmla="*/ 845578 h 1129480"/>
              <a:gd name="connsiteX163" fmla="*/ 2911393 w 3311591"/>
              <a:gd name="connsiteY163" fmla="*/ 813965 h 1129480"/>
              <a:gd name="connsiteX164" fmla="*/ 2900359 w 3311591"/>
              <a:gd name="connsiteY164" fmla="*/ 786225 h 1129480"/>
              <a:gd name="connsiteX165" fmla="*/ 2891772 w 3311591"/>
              <a:gd name="connsiteY165" fmla="*/ 761670 h 1129480"/>
              <a:gd name="connsiteX166" fmla="*/ 2815792 w 3311591"/>
              <a:gd name="connsiteY166" fmla="*/ 699910 h 1129480"/>
              <a:gd name="connsiteX167" fmla="*/ 2810131 w 3311591"/>
              <a:gd name="connsiteY167" fmla="*/ 725163 h 1129480"/>
              <a:gd name="connsiteX168" fmla="*/ 2819715 w 3311591"/>
              <a:gd name="connsiteY168" fmla="*/ 739191 h 1129480"/>
              <a:gd name="connsiteX169" fmla="*/ 2814200 w 3311591"/>
              <a:gd name="connsiteY169" fmla="*/ 762154 h 1129480"/>
              <a:gd name="connsiteX170" fmla="*/ 2825232 w 3311591"/>
              <a:gd name="connsiteY170" fmla="*/ 789088 h 1129480"/>
              <a:gd name="connsiteX171" fmla="*/ 2838715 w 3311591"/>
              <a:gd name="connsiteY171" fmla="*/ 809573 h 1129480"/>
              <a:gd name="connsiteX172" fmla="*/ 2836949 w 3311591"/>
              <a:gd name="connsiteY172" fmla="*/ 773191 h 1129480"/>
              <a:gd name="connsiteX173" fmla="*/ 2826673 w 3311591"/>
              <a:gd name="connsiteY173" fmla="*/ 762251 h 1129480"/>
              <a:gd name="connsiteX174" fmla="*/ 2828516 w 3311591"/>
              <a:gd name="connsiteY174" fmla="*/ 737784 h 1129480"/>
              <a:gd name="connsiteX175" fmla="*/ 2862934 w 3311591"/>
              <a:gd name="connsiteY175" fmla="*/ 674817 h 1129480"/>
              <a:gd name="connsiteX176" fmla="*/ 2889244 w 3311591"/>
              <a:gd name="connsiteY176" fmla="*/ 691422 h 1129480"/>
              <a:gd name="connsiteX177" fmla="*/ 2912747 w 3311591"/>
              <a:gd name="connsiteY177" fmla="*/ 718857 h 1129480"/>
              <a:gd name="connsiteX178" fmla="*/ 2942575 w 3311591"/>
              <a:gd name="connsiteY178" fmla="*/ 728406 h 1129480"/>
              <a:gd name="connsiteX179" fmla="*/ 2951071 w 3311591"/>
              <a:gd name="connsiteY179" fmla="*/ 783972 h 1129480"/>
              <a:gd name="connsiteX180" fmla="*/ 2962598 w 3311591"/>
              <a:gd name="connsiteY180" fmla="*/ 781590 h 1129480"/>
              <a:gd name="connsiteX181" fmla="*/ 2984417 w 3311591"/>
              <a:gd name="connsiteY181" fmla="*/ 761099 h 1129480"/>
              <a:gd name="connsiteX182" fmla="*/ 3014507 w 3311591"/>
              <a:gd name="connsiteY182" fmla="*/ 783186 h 1129480"/>
              <a:gd name="connsiteX183" fmla="*/ 3027231 w 3311591"/>
              <a:gd name="connsiteY183" fmla="*/ 817676 h 1129480"/>
              <a:gd name="connsiteX184" fmla="*/ 3045533 w 3311591"/>
              <a:gd name="connsiteY184" fmla="*/ 815317 h 1129480"/>
              <a:gd name="connsiteX185" fmla="*/ 3073677 w 3311591"/>
              <a:gd name="connsiteY185" fmla="*/ 895936 h 1129480"/>
              <a:gd name="connsiteX186" fmla="*/ 3085615 w 3311591"/>
              <a:gd name="connsiteY186" fmla="*/ 906878 h 1129480"/>
              <a:gd name="connsiteX187" fmla="*/ 3098415 w 3311591"/>
              <a:gd name="connsiteY187" fmla="*/ 933527 h 1129480"/>
              <a:gd name="connsiteX188" fmla="*/ 3125848 w 3311591"/>
              <a:gd name="connsiteY188" fmla="*/ 931145 h 1129480"/>
              <a:gd name="connsiteX189" fmla="*/ 3145085 w 3311591"/>
              <a:gd name="connsiteY189" fmla="*/ 953030 h 1129480"/>
              <a:gd name="connsiteX190" fmla="*/ 3171994 w 3311591"/>
              <a:gd name="connsiteY190" fmla="*/ 960175 h 1129480"/>
              <a:gd name="connsiteX191" fmla="*/ 3187712 w 3311591"/>
              <a:gd name="connsiteY191" fmla="*/ 983049 h 1129480"/>
              <a:gd name="connsiteX192" fmla="*/ 3216979 w 3311591"/>
              <a:gd name="connsiteY192" fmla="*/ 987812 h 1129480"/>
              <a:gd name="connsiteX193" fmla="*/ 3234607 w 3311591"/>
              <a:gd name="connsiteY193" fmla="*/ 997092 h 1129480"/>
              <a:gd name="connsiteX194" fmla="*/ 3244225 w 3311591"/>
              <a:gd name="connsiteY194" fmla="*/ 992396 h 1129480"/>
              <a:gd name="connsiteX195" fmla="*/ 3267354 w 3311591"/>
              <a:gd name="connsiteY195" fmla="*/ 1001945 h 1129480"/>
              <a:gd name="connsiteX196" fmla="*/ 3289136 w 3311591"/>
              <a:gd name="connsiteY196" fmla="*/ 1041041 h 1129480"/>
              <a:gd name="connsiteX197" fmla="*/ 3302384 w 3311591"/>
              <a:gd name="connsiteY197" fmla="*/ 1082789 h 1129480"/>
              <a:gd name="connsiteX198" fmla="*/ 3311591 w 3311591"/>
              <a:gd name="connsiteY198" fmla="*/ 1129413 h 1129480"/>
              <a:gd name="connsiteX199" fmla="*/ 3311350 w 3311591"/>
              <a:gd name="connsiteY199" fmla="*/ 1129480 h 1129480"/>
              <a:gd name="connsiteX200" fmla="*/ 2876310 w 3311591"/>
              <a:gd name="connsiteY200" fmla="*/ 1129480 h 1129480"/>
              <a:gd name="connsiteX201" fmla="*/ 2877236 w 3311591"/>
              <a:gd name="connsiteY201" fmla="*/ 1126111 h 1129480"/>
              <a:gd name="connsiteX202" fmla="*/ 2877236 w 3311591"/>
              <a:gd name="connsiteY202" fmla="*/ 1061100 h 1129480"/>
              <a:gd name="connsiteX203" fmla="*/ 2870493 w 3311591"/>
              <a:gd name="connsiteY203" fmla="*/ 1011898 h 1129480"/>
              <a:gd name="connsiteX204" fmla="*/ 2869265 w 3311591"/>
              <a:gd name="connsiteY204" fmla="*/ 946788 h 1129480"/>
              <a:gd name="connsiteX205" fmla="*/ 2861363 w 3311591"/>
              <a:gd name="connsiteY205" fmla="*/ 957729 h 1129480"/>
              <a:gd name="connsiteX206" fmla="*/ 2845111 w 3311591"/>
              <a:gd name="connsiteY206" fmla="*/ 948276 h 1129480"/>
              <a:gd name="connsiteX207" fmla="*/ 2828633 w 3311591"/>
              <a:gd name="connsiteY207" fmla="*/ 962313 h 1129480"/>
              <a:gd name="connsiteX208" fmla="*/ 2847497 w 3311591"/>
              <a:gd name="connsiteY208" fmla="*/ 977419 h 1129480"/>
              <a:gd name="connsiteX209" fmla="*/ 2840909 w 3311591"/>
              <a:gd name="connsiteY209" fmla="*/ 992242 h 1129480"/>
              <a:gd name="connsiteX210" fmla="*/ 2832385 w 3311591"/>
              <a:gd name="connsiteY210" fmla="*/ 1001593 h 1129480"/>
              <a:gd name="connsiteX211" fmla="*/ 2848863 w 3311591"/>
              <a:gd name="connsiteY211" fmla="*/ 1027742 h 1129480"/>
              <a:gd name="connsiteX212" fmla="*/ 2848863 w 3311591"/>
              <a:gd name="connsiteY212" fmla="*/ 1048218 h 1129480"/>
              <a:gd name="connsiteX213" fmla="*/ 2833681 w 3311591"/>
              <a:gd name="connsiteY213" fmla="*/ 1049808 h 1129480"/>
              <a:gd name="connsiteX214" fmla="*/ 2828166 w 3311591"/>
              <a:gd name="connsiteY214" fmla="*/ 1026838 h 1129480"/>
              <a:gd name="connsiteX215" fmla="*/ 2820818 w 3311591"/>
              <a:gd name="connsiteY215" fmla="*/ 1009540 h 1129480"/>
              <a:gd name="connsiteX216" fmla="*/ 2822651 w 3311591"/>
              <a:gd name="connsiteY216" fmla="*/ 982890 h 1129480"/>
              <a:gd name="connsiteX217" fmla="*/ 2818985 w 3311591"/>
              <a:gd name="connsiteY217" fmla="*/ 957628 h 1129480"/>
              <a:gd name="connsiteX218" fmla="*/ 2829325 w 3311591"/>
              <a:gd name="connsiteY218" fmla="*/ 933371 h 1129480"/>
              <a:gd name="connsiteX219" fmla="*/ 2821976 w 3311591"/>
              <a:gd name="connsiteY219" fmla="*/ 899359 h 1129480"/>
              <a:gd name="connsiteX220" fmla="*/ 2805499 w 3311591"/>
              <a:gd name="connsiteY220" fmla="*/ 882764 h 1129480"/>
              <a:gd name="connsiteX221" fmla="*/ 2785960 w 3311591"/>
              <a:gd name="connsiteY221" fmla="*/ 903944 h 1129480"/>
              <a:gd name="connsiteX222" fmla="*/ 2781119 w 3311591"/>
              <a:gd name="connsiteY222" fmla="*/ 920539 h 1129480"/>
              <a:gd name="connsiteX223" fmla="*/ 2769016 w 3311591"/>
              <a:gd name="connsiteY223" fmla="*/ 935562 h 1129480"/>
              <a:gd name="connsiteX224" fmla="*/ 2759212 w 3311591"/>
              <a:gd name="connsiteY224" fmla="*/ 963400 h 1129480"/>
              <a:gd name="connsiteX225" fmla="*/ 2759212 w 3311591"/>
              <a:gd name="connsiteY225" fmla="*/ 982287 h 1129480"/>
              <a:gd name="connsiteX226" fmla="*/ 2729317 w 3311591"/>
              <a:gd name="connsiteY226" fmla="*/ 1000472 h 1129480"/>
              <a:gd name="connsiteX227" fmla="*/ 2731151 w 3311591"/>
              <a:gd name="connsiteY227" fmla="*/ 971145 h 1129480"/>
              <a:gd name="connsiteX228" fmla="*/ 2736061 w 3311591"/>
              <a:gd name="connsiteY228" fmla="*/ 943709 h 1129480"/>
              <a:gd name="connsiteX229" fmla="*/ 2754838 w 3311591"/>
              <a:gd name="connsiteY229" fmla="*/ 893989 h 1129480"/>
              <a:gd name="connsiteX230" fmla="*/ 2764037 w 3311591"/>
              <a:gd name="connsiteY230" fmla="*/ 858406 h 1129480"/>
              <a:gd name="connsiteX231" fmla="*/ 2759212 w 3311591"/>
              <a:gd name="connsiteY231" fmla="*/ 838715 h 1129480"/>
              <a:gd name="connsiteX232" fmla="*/ 2747092 w 3311591"/>
              <a:gd name="connsiteY232" fmla="*/ 864864 h 1129480"/>
              <a:gd name="connsiteX233" fmla="*/ 2738118 w 3311591"/>
              <a:gd name="connsiteY233" fmla="*/ 869632 h 1129480"/>
              <a:gd name="connsiteX234" fmla="*/ 2736355 w 3311591"/>
              <a:gd name="connsiteY234" fmla="*/ 850627 h 1129480"/>
              <a:gd name="connsiteX235" fmla="*/ 2748544 w 3311591"/>
              <a:gd name="connsiteY235" fmla="*/ 835721 h 1129480"/>
              <a:gd name="connsiteX236" fmla="*/ 2752209 w 3311591"/>
              <a:gd name="connsiteY236" fmla="*/ 817519 h 1129480"/>
              <a:gd name="connsiteX237" fmla="*/ 2743772 w 3311591"/>
              <a:gd name="connsiteY237" fmla="*/ 811262 h 1129480"/>
              <a:gd name="connsiteX238" fmla="*/ 2754596 w 3311591"/>
              <a:gd name="connsiteY238" fmla="*/ 789480 h 1129480"/>
              <a:gd name="connsiteX239" fmla="*/ 2740573 w 3311591"/>
              <a:gd name="connsiteY239" fmla="*/ 791755 h 1129480"/>
              <a:gd name="connsiteX240" fmla="*/ 2731599 w 3311591"/>
              <a:gd name="connsiteY240" fmla="*/ 786988 h 1129480"/>
              <a:gd name="connsiteX241" fmla="*/ 2724234 w 3311591"/>
              <a:gd name="connsiteY241" fmla="*/ 803600 h 1129480"/>
              <a:gd name="connsiteX242" fmla="*/ 2715727 w 3311591"/>
              <a:gd name="connsiteY242" fmla="*/ 812333 h 1129480"/>
              <a:gd name="connsiteX243" fmla="*/ 2708448 w 3311591"/>
              <a:gd name="connsiteY243" fmla="*/ 805373 h 1129480"/>
              <a:gd name="connsiteX244" fmla="*/ 2712131 w 3311591"/>
              <a:gd name="connsiteY244" fmla="*/ 785081 h 1129480"/>
              <a:gd name="connsiteX245" fmla="*/ 2697019 w 3311591"/>
              <a:gd name="connsiteY245" fmla="*/ 795235 h 1129480"/>
              <a:gd name="connsiteX246" fmla="*/ 2675025 w 3311591"/>
              <a:gd name="connsiteY246" fmla="*/ 899812 h 1129480"/>
              <a:gd name="connsiteX247" fmla="*/ 2707445 w 3311591"/>
              <a:gd name="connsiteY247" fmla="*/ 902204 h 1129480"/>
              <a:gd name="connsiteX248" fmla="*/ 2739173 w 3311591"/>
              <a:gd name="connsiteY248" fmla="*/ 904579 h 1129480"/>
              <a:gd name="connsiteX249" fmla="*/ 2737409 w 3311591"/>
              <a:gd name="connsiteY249" fmla="*/ 918096 h 1129480"/>
              <a:gd name="connsiteX250" fmla="*/ 2717871 w 3311591"/>
              <a:gd name="connsiteY250" fmla="*/ 953496 h 1129480"/>
              <a:gd name="connsiteX251" fmla="*/ 2700235 w 3311591"/>
              <a:gd name="connsiteY251" fmla="*/ 975479 h 1129480"/>
              <a:gd name="connsiteX252" fmla="*/ 2691729 w 3311591"/>
              <a:gd name="connsiteY252" fmla="*/ 985015 h 1129480"/>
              <a:gd name="connsiteX253" fmla="*/ 2676011 w 3311591"/>
              <a:gd name="connsiteY253" fmla="*/ 997645 h 1129480"/>
              <a:gd name="connsiteX254" fmla="*/ 2654018 w 3311591"/>
              <a:gd name="connsiteY254" fmla="*/ 1038599 h 1129480"/>
              <a:gd name="connsiteX255" fmla="*/ 2647966 w 3311591"/>
              <a:gd name="connsiteY255" fmla="*/ 1024496 h 1129480"/>
              <a:gd name="connsiteX256" fmla="*/ 2658375 w 3311591"/>
              <a:gd name="connsiteY256" fmla="*/ 996942 h 1129480"/>
              <a:gd name="connsiteX257" fmla="*/ 2685348 w 3311591"/>
              <a:gd name="connsiteY257" fmla="*/ 954985 h 1129480"/>
              <a:gd name="connsiteX258" fmla="*/ 2665274 w 3311591"/>
              <a:gd name="connsiteY258" fmla="*/ 943157 h 1129480"/>
              <a:gd name="connsiteX259" fmla="*/ 2661125 w 3311591"/>
              <a:gd name="connsiteY259" fmla="*/ 961677 h 1129480"/>
              <a:gd name="connsiteX260" fmla="*/ 2653776 w 3311591"/>
              <a:gd name="connsiteY260" fmla="*/ 984446 h 1129480"/>
              <a:gd name="connsiteX261" fmla="*/ 2637972 w 3311591"/>
              <a:gd name="connsiteY261" fmla="*/ 971915 h 1129480"/>
              <a:gd name="connsiteX262" fmla="*/ 2621045 w 3311591"/>
              <a:gd name="connsiteY262" fmla="*/ 974291 h 1129480"/>
              <a:gd name="connsiteX263" fmla="*/ 2617673 w 3311591"/>
              <a:gd name="connsiteY263" fmla="*/ 1010594 h 1129480"/>
              <a:gd name="connsiteX264" fmla="*/ 2605663 w 3311591"/>
              <a:gd name="connsiteY264" fmla="*/ 1011851 h 1129480"/>
              <a:gd name="connsiteX265" fmla="*/ 2600973 w 3311591"/>
              <a:gd name="connsiteY265" fmla="*/ 1001441 h 1129480"/>
              <a:gd name="connsiteX266" fmla="*/ 2600889 w 3311591"/>
              <a:gd name="connsiteY266" fmla="*/ 1000809 h 1129480"/>
              <a:gd name="connsiteX267" fmla="*/ 2600660 w 3311591"/>
              <a:gd name="connsiteY267" fmla="*/ 984730 h 1129480"/>
              <a:gd name="connsiteX268" fmla="*/ 2621426 w 3311591"/>
              <a:gd name="connsiteY268" fmla="*/ 950133 h 1129480"/>
              <a:gd name="connsiteX269" fmla="*/ 2615910 w 3311591"/>
              <a:gd name="connsiteY269" fmla="*/ 929640 h 1129480"/>
              <a:gd name="connsiteX270" fmla="*/ 2608769 w 3311591"/>
              <a:gd name="connsiteY270" fmla="*/ 943073 h 1129480"/>
              <a:gd name="connsiteX271" fmla="*/ 2597894 w 3311591"/>
              <a:gd name="connsiteY271" fmla="*/ 934425 h 1129480"/>
              <a:gd name="connsiteX272" fmla="*/ 2590545 w 3311591"/>
              <a:gd name="connsiteY272" fmla="*/ 952610 h 1129480"/>
              <a:gd name="connsiteX273" fmla="*/ 2582177 w 3311591"/>
              <a:gd name="connsiteY273" fmla="*/ 945650 h 1129480"/>
              <a:gd name="connsiteX274" fmla="*/ 2580446 w 3311591"/>
              <a:gd name="connsiteY274" fmla="*/ 948829 h 1129480"/>
              <a:gd name="connsiteX275" fmla="*/ 2579626 w 3311591"/>
              <a:gd name="connsiteY275" fmla="*/ 950354 h 1129480"/>
              <a:gd name="connsiteX276" fmla="*/ 2575425 w 3311591"/>
              <a:gd name="connsiteY276" fmla="*/ 938487 h 1129480"/>
              <a:gd name="connsiteX277" fmla="*/ 2575506 w 3311591"/>
              <a:gd name="connsiteY277" fmla="*/ 938358 h 1129480"/>
              <a:gd name="connsiteX278" fmla="*/ 2586546 w 3311591"/>
              <a:gd name="connsiteY278" fmla="*/ 920967 h 1129480"/>
              <a:gd name="connsiteX279" fmla="*/ 2595041 w 3311591"/>
              <a:gd name="connsiteY279" fmla="*/ 909934 h 1129480"/>
              <a:gd name="connsiteX280" fmla="*/ 2616300 w 3311591"/>
              <a:gd name="connsiteY280" fmla="*/ 903575 h 1129480"/>
              <a:gd name="connsiteX281" fmla="*/ 2629024 w 3311591"/>
              <a:gd name="connsiteY281" fmla="*/ 903575 h 1129480"/>
              <a:gd name="connsiteX282" fmla="*/ 2646726 w 3311591"/>
              <a:gd name="connsiteY282" fmla="*/ 913102 h 1129480"/>
              <a:gd name="connsiteX283" fmla="*/ 2663193 w 3311591"/>
              <a:gd name="connsiteY283" fmla="*/ 904451 h 1129480"/>
              <a:gd name="connsiteX284" fmla="*/ 2672101 w 3311591"/>
              <a:gd name="connsiteY284" fmla="*/ 875219 h 1129480"/>
              <a:gd name="connsiteX285" fmla="*/ 2696614 w 3311591"/>
              <a:gd name="connsiteY285" fmla="*/ 775232 h 1129480"/>
              <a:gd name="connsiteX286" fmla="*/ 2711697 w 3311591"/>
              <a:gd name="connsiteY286" fmla="*/ 768154 h 1129480"/>
              <a:gd name="connsiteX287" fmla="*/ 2723149 w 3311591"/>
              <a:gd name="connsiteY287" fmla="*/ 773636 h 1129480"/>
              <a:gd name="connsiteX288" fmla="*/ 2746203 w 3311591"/>
              <a:gd name="connsiteY288" fmla="*/ 761908 h 1129480"/>
              <a:gd name="connsiteX289" fmla="*/ 2764467 w 3311591"/>
              <a:gd name="connsiteY289" fmla="*/ 727889 h 1129480"/>
              <a:gd name="connsiteX290" fmla="*/ 2800919 w 3311591"/>
              <a:gd name="connsiteY290" fmla="*/ 700073 h 1129480"/>
              <a:gd name="connsiteX291" fmla="*/ 2825171 w 3311591"/>
              <a:gd name="connsiteY291" fmla="*/ 693018 h 1129480"/>
              <a:gd name="connsiteX292" fmla="*/ 2840329 w 3311591"/>
              <a:gd name="connsiteY292" fmla="*/ 679581 h 1129480"/>
              <a:gd name="connsiteX293" fmla="*/ 2862934 w 3311591"/>
              <a:gd name="connsiteY293" fmla="*/ 674817 h 1129480"/>
              <a:gd name="connsiteX294" fmla="*/ 1522398 w 3311591"/>
              <a:gd name="connsiteY294" fmla="*/ 542072 h 1129480"/>
              <a:gd name="connsiteX295" fmla="*/ 1510602 w 3311591"/>
              <a:gd name="connsiteY295" fmla="*/ 610219 h 1129480"/>
              <a:gd name="connsiteX296" fmla="*/ 1546209 w 3311591"/>
              <a:gd name="connsiteY296" fmla="*/ 622236 h 1129480"/>
              <a:gd name="connsiteX297" fmla="*/ 1558002 w 3311591"/>
              <a:gd name="connsiteY297" fmla="*/ 582640 h 1129480"/>
              <a:gd name="connsiteX298" fmla="*/ 1763564 w 3311591"/>
              <a:gd name="connsiteY298" fmla="*/ 373851 h 1129480"/>
              <a:gd name="connsiteX299" fmla="*/ 1719390 w 3311591"/>
              <a:gd name="connsiteY299" fmla="*/ 388685 h 1129480"/>
              <a:gd name="connsiteX300" fmla="*/ 1833717 w 3311591"/>
              <a:gd name="connsiteY300" fmla="*/ 549039 h 1129480"/>
              <a:gd name="connsiteX301" fmla="*/ 1242578 w 3311591"/>
              <a:gd name="connsiteY301" fmla="*/ 349723 h 1129480"/>
              <a:gd name="connsiteX302" fmla="*/ 1203204 w 3311591"/>
              <a:gd name="connsiteY302" fmla="*/ 355718 h 1129480"/>
              <a:gd name="connsiteX303" fmla="*/ 1204244 w 3311591"/>
              <a:gd name="connsiteY303" fmla="*/ 415857 h 1129480"/>
              <a:gd name="connsiteX304" fmla="*/ 1182684 w 3311591"/>
              <a:gd name="connsiteY304" fmla="*/ 471016 h 1129480"/>
              <a:gd name="connsiteX305" fmla="*/ 1168886 w 3311591"/>
              <a:gd name="connsiteY305" fmla="*/ 375545 h 1129480"/>
              <a:gd name="connsiteX306" fmla="*/ 1162887 w 3311591"/>
              <a:gd name="connsiteY306" fmla="*/ 513122 h 1129480"/>
              <a:gd name="connsiteX307" fmla="*/ 1214527 w 3311591"/>
              <a:gd name="connsiteY307" fmla="*/ 547439 h 1129480"/>
              <a:gd name="connsiteX308" fmla="*/ 1242578 w 3311591"/>
              <a:gd name="connsiteY308" fmla="*/ 413376 h 1129480"/>
              <a:gd name="connsiteX309" fmla="*/ 850596 w 3311591"/>
              <a:gd name="connsiteY309" fmla="*/ 318447 h 1129480"/>
              <a:gd name="connsiteX310" fmla="*/ 864397 w 3311591"/>
              <a:gd name="connsiteY310" fmla="*/ 362218 h 1129480"/>
              <a:gd name="connsiteX311" fmla="*/ 911299 w 3311591"/>
              <a:gd name="connsiteY311" fmla="*/ 389817 h 1129480"/>
              <a:gd name="connsiteX312" fmla="*/ 921313 w 3311591"/>
              <a:gd name="connsiteY312" fmla="*/ 468287 h 1129480"/>
              <a:gd name="connsiteX313" fmla="*/ 895741 w 3311591"/>
              <a:gd name="connsiteY313" fmla="*/ 499408 h 1129480"/>
              <a:gd name="connsiteX314" fmla="*/ 895741 w 3311591"/>
              <a:gd name="connsiteY314" fmla="*/ 563065 h 1129480"/>
              <a:gd name="connsiteX315" fmla="*/ 941607 w 3311591"/>
              <a:gd name="connsiteY315" fmla="*/ 508943 h 1129480"/>
              <a:gd name="connsiteX316" fmla="*/ 981452 w 3311591"/>
              <a:gd name="connsiteY316" fmla="*/ 475127 h 1129480"/>
              <a:gd name="connsiteX317" fmla="*/ 957868 w 3311591"/>
              <a:gd name="connsiteY317" fmla="*/ 415954 h 1129480"/>
              <a:gd name="connsiteX318" fmla="*/ 918514 w 3311591"/>
              <a:gd name="connsiteY318" fmla="*/ 346521 h 1129480"/>
              <a:gd name="connsiteX319" fmla="*/ 1643938 w 3311591"/>
              <a:gd name="connsiteY319" fmla="*/ 280293 h 1129480"/>
              <a:gd name="connsiteX320" fmla="*/ 1625899 w 3311591"/>
              <a:gd name="connsiteY320" fmla="*/ 452441 h 1129480"/>
              <a:gd name="connsiteX321" fmla="*/ 1664798 w 3311591"/>
              <a:gd name="connsiteY321" fmla="*/ 464461 h 1129480"/>
              <a:gd name="connsiteX322" fmla="*/ 1662541 w 3311591"/>
              <a:gd name="connsiteY322" fmla="*/ 521371 h 1129480"/>
              <a:gd name="connsiteX323" fmla="*/ 1703921 w 3311591"/>
              <a:gd name="connsiteY323" fmla="*/ 509351 h 1129480"/>
              <a:gd name="connsiteX324" fmla="*/ 1665361 w 3311591"/>
              <a:gd name="connsiteY324" fmla="*/ 385330 h 1129480"/>
              <a:gd name="connsiteX325" fmla="*/ 1576427 w 3311591"/>
              <a:gd name="connsiteY325" fmla="*/ 237629 h 1129480"/>
              <a:gd name="connsiteX326" fmla="*/ 1537867 w 3311591"/>
              <a:gd name="connsiteY326" fmla="*/ 313083 h 1129480"/>
              <a:gd name="connsiteX327" fmla="*/ 1502756 w 3311591"/>
              <a:gd name="connsiteY327" fmla="*/ 291278 h 1129480"/>
              <a:gd name="connsiteX328" fmla="*/ 1512540 w 3311591"/>
              <a:gd name="connsiteY328" fmla="*/ 407296 h 1129480"/>
              <a:gd name="connsiteX329" fmla="*/ 1530087 w 3311591"/>
              <a:gd name="connsiteY329" fmla="*/ 438641 h 1129480"/>
              <a:gd name="connsiteX330" fmla="*/ 1558158 w 3311591"/>
              <a:gd name="connsiteY330" fmla="*/ 358701 h 1129480"/>
              <a:gd name="connsiteX331" fmla="*/ 1582199 w 3311591"/>
              <a:gd name="connsiteY331" fmla="*/ 453384 h 1129480"/>
              <a:gd name="connsiteX332" fmla="*/ 1600238 w 3311591"/>
              <a:gd name="connsiteY332" fmla="*/ 337366 h 1129480"/>
              <a:gd name="connsiteX333" fmla="*/ 921223 w 3311591"/>
              <a:gd name="connsiteY333" fmla="*/ 125061 h 1129480"/>
              <a:gd name="connsiteX334" fmla="*/ 909457 w 3311591"/>
              <a:gd name="connsiteY334" fmla="*/ 212787 h 1129480"/>
              <a:gd name="connsiteX335" fmla="*/ 864619 w 3311591"/>
              <a:gd name="connsiteY335" fmla="*/ 144288 h 1129480"/>
              <a:gd name="connsiteX336" fmla="*/ 831023 w 3311591"/>
              <a:gd name="connsiteY336" fmla="*/ 191700 h 1129480"/>
              <a:gd name="connsiteX337" fmla="*/ 842816 w 3311591"/>
              <a:gd name="connsiteY337" fmla="*/ 259584 h 1129480"/>
              <a:gd name="connsiteX338" fmla="*/ 907754 w 3311591"/>
              <a:gd name="connsiteY338" fmla="*/ 281393 h 1129480"/>
              <a:gd name="connsiteX339" fmla="*/ 949368 w 3311591"/>
              <a:gd name="connsiteY339" fmla="*/ 352365 h 1129480"/>
              <a:gd name="connsiteX340" fmla="*/ 998268 w 3311591"/>
              <a:gd name="connsiteY340" fmla="*/ 397754 h 1129480"/>
              <a:gd name="connsiteX341" fmla="*/ 1048150 w 3311591"/>
              <a:gd name="connsiteY341" fmla="*/ 480967 h 1129480"/>
              <a:gd name="connsiteX342" fmla="*/ 1101793 w 3311591"/>
              <a:gd name="connsiteY342" fmla="*/ 515035 h 1129480"/>
              <a:gd name="connsiteX343" fmla="*/ 1114045 w 3311591"/>
              <a:gd name="connsiteY343" fmla="*/ 466686 h 1129480"/>
              <a:gd name="connsiteX344" fmla="*/ 1114045 w 3311591"/>
              <a:gd name="connsiteY344" fmla="*/ 381234 h 1129480"/>
              <a:gd name="connsiteX345" fmla="*/ 1084707 w 3311591"/>
              <a:gd name="connsiteY345" fmla="*/ 393024 h 1129480"/>
              <a:gd name="connsiteX346" fmla="*/ 1045831 w 3311591"/>
              <a:gd name="connsiteY346" fmla="*/ 387246 h 1129480"/>
              <a:gd name="connsiteX347" fmla="*/ 1045831 w 3311591"/>
              <a:gd name="connsiteY347" fmla="*/ 327577 h 1129480"/>
              <a:gd name="connsiteX348" fmla="*/ 1016245 w 3311591"/>
              <a:gd name="connsiteY348" fmla="*/ 272204 h 1129480"/>
              <a:gd name="connsiteX349" fmla="*/ 986881 w 3311591"/>
              <a:gd name="connsiteY349" fmla="*/ 342111 h 1129480"/>
              <a:gd name="connsiteX350" fmla="*/ 952814 w 3311591"/>
              <a:gd name="connsiteY350" fmla="*/ 306272 h 1129480"/>
              <a:gd name="connsiteX351" fmla="*/ 958828 w 3311591"/>
              <a:gd name="connsiteY351" fmla="*/ 222320 h 1129480"/>
              <a:gd name="connsiteX352" fmla="*/ 1203207 w 3311591"/>
              <a:gd name="connsiteY352" fmla="*/ 111418 h 1129480"/>
              <a:gd name="connsiteX353" fmla="*/ 1187421 w 3311591"/>
              <a:gd name="connsiteY353" fmla="*/ 143512 h 1129480"/>
              <a:gd name="connsiteX354" fmla="*/ 1215249 w 3311591"/>
              <a:gd name="connsiteY354" fmla="*/ 204912 h 1129480"/>
              <a:gd name="connsiteX355" fmla="*/ 1221246 w 3311591"/>
              <a:gd name="connsiteY355" fmla="*/ 276591 h 1129480"/>
              <a:gd name="connsiteX356" fmla="*/ 1273129 w 3311591"/>
              <a:gd name="connsiteY356" fmla="*/ 330461 h 1129480"/>
              <a:gd name="connsiteX357" fmla="*/ 1290922 w 3311591"/>
              <a:gd name="connsiteY357" fmla="*/ 378094 h 1129480"/>
              <a:gd name="connsiteX358" fmla="*/ 1284904 w 3311591"/>
              <a:gd name="connsiteY358" fmla="*/ 430210 h 1129480"/>
              <a:gd name="connsiteX359" fmla="*/ 1249074 w 3311591"/>
              <a:gd name="connsiteY359" fmla="*/ 506133 h 1129480"/>
              <a:gd name="connsiteX360" fmla="*/ 1266867 w 3311591"/>
              <a:gd name="connsiteY360" fmla="*/ 541734 h 1129480"/>
              <a:gd name="connsiteX361" fmla="*/ 1298706 w 3311591"/>
              <a:gd name="connsiteY361" fmla="*/ 500356 h 1129480"/>
              <a:gd name="connsiteX362" fmla="*/ 1334783 w 3311591"/>
              <a:gd name="connsiteY362" fmla="*/ 430450 h 1129480"/>
              <a:gd name="connsiteX363" fmla="*/ 1334783 w 3311591"/>
              <a:gd name="connsiteY363" fmla="*/ 350761 h 1129480"/>
              <a:gd name="connsiteX364" fmla="*/ 1298706 w 3311591"/>
              <a:gd name="connsiteY364" fmla="*/ 280835 h 1129480"/>
              <a:gd name="connsiteX365" fmla="*/ 1270625 w 3311591"/>
              <a:gd name="connsiteY365" fmla="*/ 218937 h 1129480"/>
              <a:gd name="connsiteX366" fmla="*/ 1022175 w 3311591"/>
              <a:gd name="connsiteY366" fmla="*/ 63252 h 1129480"/>
              <a:gd name="connsiteX367" fmla="*/ 1003663 w 3311591"/>
              <a:gd name="connsiteY367" fmla="*/ 126909 h 1129480"/>
              <a:gd name="connsiteX368" fmla="*/ 1035006 w 3311591"/>
              <a:gd name="connsiteY368" fmla="*/ 162270 h 1129480"/>
              <a:gd name="connsiteX369" fmla="*/ 1016970 w 3311591"/>
              <a:gd name="connsiteY369" fmla="*/ 220155 h 1129480"/>
              <a:gd name="connsiteX370" fmla="*/ 1053046 w 3311591"/>
              <a:gd name="connsiteY370" fmla="*/ 288049 h 1129480"/>
              <a:gd name="connsiteX371" fmla="*/ 1097132 w 3311591"/>
              <a:gd name="connsiteY371" fmla="*/ 339689 h 1129480"/>
              <a:gd name="connsiteX372" fmla="*/ 1091359 w 3311591"/>
              <a:gd name="connsiteY372" fmla="*/ 247978 h 1129480"/>
              <a:gd name="connsiteX373" fmla="*/ 1057758 w 3311591"/>
              <a:gd name="connsiteY373" fmla="*/ 220399 h 1129480"/>
              <a:gd name="connsiteX374" fmla="*/ 1063782 w 3311591"/>
              <a:gd name="connsiteY374" fmla="*/ 158725 h 1129480"/>
              <a:gd name="connsiteX375" fmla="*/ 1176327 w 3311591"/>
              <a:gd name="connsiteY375" fmla="*/ 0 h 1129480"/>
              <a:gd name="connsiteX376" fmla="*/ 1262361 w 3311591"/>
              <a:gd name="connsiteY376" fmla="*/ 41857 h 1129480"/>
              <a:gd name="connsiteX377" fmla="*/ 1339216 w 3311591"/>
              <a:gd name="connsiteY377" fmla="*/ 111013 h 1129480"/>
              <a:gd name="connsiteX378" fmla="*/ 1436753 w 3311591"/>
              <a:gd name="connsiteY378" fmla="*/ 135085 h 1129480"/>
              <a:gd name="connsiteX379" fmla="*/ 1464534 w 3311591"/>
              <a:gd name="connsiteY379" fmla="*/ 275154 h 1129480"/>
              <a:gd name="connsiteX380" fmla="*/ 1502228 w 3311591"/>
              <a:gd name="connsiteY380" fmla="*/ 269151 h 1129480"/>
              <a:gd name="connsiteX381" fmla="*/ 1573576 w 3311591"/>
              <a:gd name="connsiteY381" fmla="*/ 217495 h 1129480"/>
              <a:gd name="connsiteX382" fmla="*/ 1671969 w 3311591"/>
              <a:gd name="connsiteY382" fmla="*/ 273172 h 1129480"/>
              <a:gd name="connsiteX383" fmla="*/ 1713580 w 3311591"/>
              <a:gd name="connsiteY383" fmla="*/ 360113 h 1129480"/>
              <a:gd name="connsiteX384" fmla="*/ 1773424 w 3311591"/>
              <a:gd name="connsiteY384" fmla="*/ 354166 h 1129480"/>
              <a:gd name="connsiteX385" fmla="*/ 1865454 w 3311591"/>
              <a:gd name="connsiteY385" fmla="*/ 557388 h 1129480"/>
              <a:gd name="connsiteX386" fmla="*/ 1904494 w 3311591"/>
              <a:gd name="connsiteY386" fmla="*/ 584972 h 1129480"/>
              <a:gd name="connsiteX387" fmla="*/ 1946349 w 3311591"/>
              <a:gd name="connsiteY387" fmla="*/ 652146 h 1129480"/>
              <a:gd name="connsiteX388" fmla="*/ 2036054 w 3311591"/>
              <a:gd name="connsiteY388" fmla="*/ 646142 h 1129480"/>
              <a:gd name="connsiteX389" fmla="*/ 2098957 w 3311591"/>
              <a:gd name="connsiteY389" fmla="*/ 701309 h 1129480"/>
              <a:gd name="connsiteX390" fmla="*/ 2186949 w 3311591"/>
              <a:gd name="connsiteY390" fmla="*/ 719320 h 1129480"/>
              <a:gd name="connsiteX391" fmla="*/ 2238349 w 3311591"/>
              <a:gd name="connsiteY391" fmla="*/ 776979 h 1129480"/>
              <a:gd name="connsiteX392" fmla="*/ 2334051 w 3311591"/>
              <a:gd name="connsiteY392" fmla="*/ 788987 h 1129480"/>
              <a:gd name="connsiteX393" fmla="*/ 2391815 w 3311591"/>
              <a:gd name="connsiteY393" fmla="*/ 812379 h 1129480"/>
              <a:gd name="connsiteX394" fmla="*/ 2423145 w 3311591"/>
              <a:gd name="connsiteY394" fmla="*/ 800541 h 1129480"/>
              <a:gd name="connsiteX395" fmla="*/ 2498777 w 3311591"/>
              <a:gd name="connsiteY395" fmla="*/ 824613 h 1129480"/>
              <a:gd name="connsiteX396" fmla="*/ 2570002 w 3311591"/>
              <a:gd name="connsiteY396" fmla="*/ 923166 h 1129480"/>
              <a:gd name="connsiteX397" fmla="*/ 2575425 w 3311591"/>
              <a:gd name="connsiteY397" fmla="*/ 938487 h 1129480"/>
              <a:gd name="connsiteX398" fmla="*/ 2562781 w 3311591"/>
              <a:gd name="connsiteY398" fmla="*/ 958760 h 1129480"/>
              <a:gd name="connsiteX399" fmla="*/ 2505931 w 3311591"/>
              <a:gd name="connsiteY399" fmla="*/ 1089665 h 1129480"/>
              <a:gd name="connsiteX400" fmla="*/ 2504413 w 3311591"/>
              <a:gd name="connsiteY400" fmla="*/ 1106949 h 1129480"/>
              <a:gd name="connsiteX401" fmla="*/ 2503765 w 3311591"/>
              <a:gd name="connsiteY401" fmla="*/ 1107474 h 1129480"/>
              <a:gd name="connsiteX402" fmla="*/ 2504356 w 3311591"/>
              <a:gd name="connsiteY402" fmla="*/ 1107591 h 1129480"/>
              <a:gd name="connsiteX403" fmla="*/ 2503199 w 3311591"/>
              <a:gd name="connsiteY403" fmla="*/ 1120762 h 1129480"/>
              <a:gd name="connsiteX404" fmla="*/ 2552685 w 3311591"/>
              <a:gd name="connsiteY404" fmla="*/ 1129480 h 1129480"/>
              <a:gd name="connsiteX405" fmla="*/ 2092501 w 3311591"/>
              <a:gd name="connsiteY405" fmla="*/ 1129480 h 1129480"/>
              <a:gd name="connsiteX406" fmla="*/ 2092501 w 3311591"/>
              <a:gd name="connsiteY406" fmla="*/ 1112551 h 1129480"/>
              <a:gd name="connsiteX407" fmla="*/ 2156145 w 3311591"/>
              <a:gd name="connsiteY407" fmla="*/ 1068790 h 1129480"/>
              <a:gd name="connsiteX408" fmla="*/ 2117648 w 3311591"/>
              <a:gd name="connsiteY408" fmla="*/ 993236 h 1129480"/>
              <a:gd name="connsiteX409" fmla="*/ 2011266 w 3311591"/>
              <a:gd name="connsiteY409" fmla="*/ 893429 h 1129480"/>
              <a:gd name="connsiteX410" fmla="*/ 2041200 w 3311591"/>
              <a:gd name="connsiteY410" fmla="*/ 1013236 h 1129480"/>
              <a:gd name="connsiteX411" fmla="*/ 2068194 w 3311591"/>
              <a:gd name="connsiteY411" fmla="*/ 1036529 h 1129480"/>
              <a:gd name="connsiteX412" fmla="*/ 2038303 w 3311591"/>
              <a:gd name="connsiteY412" fmla="*/ 1076063 h 1129480"/>
              <a:gd name="connsiteX413" fmla="*/ 2000310 w 3311591"/>
              <a:gd name="connsiteY413" fmla="*/ 1067807 h 1129480"/>
              <a:gd name="connsiteX414" fmla="*/ 1955683 w 3311591"/>
              <a:gd name="connsiteY414" fmla="*/ 1034048 h 1129480"/>
              <a:gd name="connsiteX415" fmla="*/ 1911057 w 3311591"/>
              <a:gd name="connsiteY415" fmla="*/ 1058053 h 1129480"/>
              <a:gd name="connsiteX416" fmla="*/ 1892081 w 3311591"/>
              <a:gd name="connsiteY416" fmla="*/ 1082058 h 1129480"/>
              <a:gd name="connsiteX417" fmla="*/ 1789435 w 3311591"/>
              <a:gd name="connsiteY417" fmla="*/ 1084073 h 1129480"/>
              <a:gd name="connsiteX418" fmla="*/ 1793718 w 3311591"/>
              <a:gd name="connsiteY418" fmla="*/ 1032278 h 1129480"/>
              <a:gd name="connsiteX419" fmla="*/ 1865884 w 3311591"/>
              <a:gd name="connsiteY419" fmla="*/ 1009010 h 1129480"/>
              <a:gd name="connsiteX420" fmla="*/ 1908412 w 3311591"/>
              <a:gd name="connsiteY420" fmla="*/ 980975 h 1129480"/>
              <a:gd name="connsiteX421" fmla="*/ 1901989 w 3311591"/>
              <a:gd name="connsiteY421" fmla="*/ 935200 h 1129480"/>
              <a:gd name="connsiteX422" fmla="*/ 1792962 w 3311591"/>
              <a:gd name="connsiteY422" fmla="*/ 923209 h 1129480"/>
              <a:gd name="connsiteX423" fmla="*/ 1786539 w 3311591"/>
              <a:gd name="connsiteY423" fmla="*/ 877188 h 1129480"/>
              <a:gd name="connsiteX424" fmla="*/ 1711979 w 3311591"/>
              <a:gd name="connsiteY424" fmla="*/ 853428 h 1129480"/>
              <a:gd name="connsiteX425" fmla="*/ 1724280 w 3311591"/>
              <a:gd name="connsiteY425" fmla="*/ 882717 h 1129480"/>
              <a:gd name="connsiteX426" fmla="*/ 1749427 w 3311591"/>
              <a:gd name="connsiteY426" fmla="*/ 976257 h 1129480"/>
              <a:gd name="connsiteX427" fmla="*/ 1730157 w 3311591"/>
              <a:gd name="connsiteY427" fmla="*/ 1059576 h 1129480"/>
              <a:gd name="connsiteX428" fmla="*/ 1674574 w 3311591"/>
              <a:gd name="connsiteY428" fmla="*/ 1087095 h 1129480"/>
              <a:gd name="connsiteX429" fmla="*/ 1649175 w 3311591"/>
              <a:gd name="connsiteY429" fmla="*/ 1057095 h 1129480"/>
              <a:gd name="connsiteX430" fmla="*/ 1649175 w 3311591"/>
              <a:gd name="connsiteY430" fmla="*/ 1009796 h 1129480"/>
              <a:gd name="connsiteX431" fmla="*/ 1591450 w 3311591"/>
              <a:gd name="connsiteY431" fmla="*/ 992032 h 1129480"/>
              <a:gd name="connsiteX432" fmla="*/ 1547075 w 3311591"/>
              <a:gd name="connsiteY432" fmla="*/ 932251 h 1129480"/>
              <a:gd name="connsiteX433" fmla="*/ 1510761 w 3311591"/>
              <a:gd name="connsiteY433" fmla="*/ 870480 h 1129480"/>
              <a:gd name="connsiteX434" fmla="*/ 1472516 w 3311591"/>
              <a:gd name="connsiteY434" fmla="*/ 810700 h 1129480"/>
              <a:gd name="connsiteX435" fmla="*/ 1453792 w 3311591"/>
              <a:gd name="connsiteY435" fmla="*/ 739396 h 1129480"/>
              <a:gd name="connsiteX436" fmla="*/ 1374951 w 3311591"/>
              <a:gd name="connsiteY436" fmla="*/ 761387 h 1129480"/>
              <a:gd name="connsiteX437" fmla="*/ 1340778 w 3311591"/>
              <a:gd name="connsiteY437" fmla="*/ 805393 h 1129480"/>
              <a:gd name="connsiteX438" fmla="*/ 1300644 w 3311591"/>
              <a:gd name="connsiteY438" fmla="*/ 792689 h 1129480"/>
              <a:gd name="connsiteX439" fmla="*/ 1249342 w 3311591"/>
              <a:gd name="connsiteY439" fmla="*/ 659123 h 1129480"/>
              <a:gd name="connsiteX440" fmla="*/ 1262608 w 3311591"/>
              <a:gd name="connsiteY440" fmla="*/ 930261 h 1129480"/>
              <a:gd name="connsiteX441" fmla="*/ 1262383 w 3311591"/>
              <a:gd name="connsiteY441" fmla="*/ 1129480 h 1129480"/>
              <a:gd name="connsiteX442" fmla="*/ 1223094 w 3311591"/>
              <a:gd name="connsiteY442" fmla="*/ 1129480 h 1129480"/>
              <a:gd name="connsiteX443" fmla="*/ 1223094 w 3311591"/>
              <a:gd name="connsiteY443" fmla="*/ 1113653 h 1129480"/>
              <a:gd name="connsiteX444" fmla="*/ 1223094 w 3311591"/>
              <a:gd name="connsiteY444" fmla="*/ 973728 h 1129480"/>
              <a:gd name="connsiteX445" fmla="*/ 1201044 w 3311591"/>
              <a:gd name="connsiteY445" fmla="*/ 849703 h 1129480"/>
              <a:gd name="connsiteX446" fmla="*/ 1197030 w 3311591"/>
              <a:gd name="connsiteY446" fmla="*/ 685573 h 1129480"/>
              <a:gd name="connsiteX447" fmla="*/ 1171191 w 3311591"/>
              <a:gd name="connsiteY447" fmla="*/ 713153 h 1129480"/>
              <a:gd name="connsiteX448" fmla="*/ 1118045 w 3311591"/>
              <a:gd name="connsiteY448" fmla="*/ 689326 h 1129480"/>
              <a:gd name="connsiteX449" fmla="*/ 1064163 w 3311591"/>
              <a:gd name="connsiteY449" fmla="*/ 724708 h 1129480"/>
              <a:gd name="connsiteX450" fmla="*/ 1125847 w 3311591"/>
              <a:gd name="connsiteY450" fmla="*/ 762788 h 1129480"/>
              <a:gd name="connsiteX451" fmla="*/ 1104306 w 3311591"/>
              <a:gd name="connsiteY451" fmla="*/ 800152 h 1129480"/>
              <a:gd name="connsiteX452" fmla="*/ 1076432 w 3311591"/>
              <a:gd name="connsiteY452" fmla="*/ 823726 h 1129480"/>
              <a:gd name="connsiteX453" fmla="*/ 1130313 w 3311591"/>
              <a:gd name="connsiteY453" fmla="*/ 889639 h 1129480"/>
              <a:gd name="connsiteX454" fmla="*/ 1130313 w 3311591"/>
              <a:gd name="connsiteY454" fmla="*/ 941256 h 1129480"/>
              <a:gd name="connsiteX455" fmla="*/ 1080672 w 3311591"/>
              <a:gd name="connsiteY455" fmla="*/ 945262 h 1129480"/>
              <a:gd name="connsiteX456" fmla="*/ 1062636 w 3311591"/>
              <a:gd name="connsiteY456" fmla="*/ 887362 h 1129480"/>
              <a:gd name="connsiteX457" fmla="*/ 1038607 w 3311591"/>
              <a:gd name="connsiteY457" fmla="*/ 843757 h 1129480"/>
              <a:gd name="connsiteX458" fmla="*/ 1044600 w 3311591"/>
              <a:gd name="connsiteY458" fmla="*/ 776578 h 1129480"/>
              <a:gd name="connsiteX459" fmla="*/ 1032614 w 3311591"/>
              <a:gd name="connsiteY459" fmla="*/ 712900 h 1129480"/>
              <a:gd name="connsiteX460" fmla="*/ 1066424 w 3311591"/>
              <a:gd name="connsiteY460" fmla="*/ 651752 h 1129480"/>
              <a:gd name="connsiteX461" fmla="*/ 1042395 w 3311591"/>
              <a:gd name="connsiteY461" fmla="*/ 566018 h 1129480"/>
              <a:gd name="connsiteX462" fmla="*/ 988513 w 3311591"/>
              <a:gd name="connsiteY462" fmla="*/ 524184 h 1129480"/>
              <a:gd name="connsiteX463" fmla="*/ 924624 w 3311591"/>
              <a:gd name="connsiteY463" fmla="*/ 577572 h 1129480"/>
              <a:gd name="connsiteX464" fmla="*/ 908793 w 3311591"/>
              <a:gd name="connsiteY464" fmla="*/ 619407 h 1129480"/>
              <a:gd name="connsiteX465" fmla="*/ 869216 w 3311591"/>
              <a:gd name="connsiteY465" fmla="*/ 657276 h 1129480"/>
              <a:gd name="connsiteX466" fmla="*/ 837158 w 3311591"/>
              <a:gd name="connsiteY466" fmla="*/ 727449 h 1129480"/>
              <a:gd name="connsiteX467" fmla="*/ 837158 w 3311591"/>
              <a:gd name="connsiteY467" fmla="*/ 775060 h 1129480"/>
              <a:gd name="connsiteX468" fmla="*/ 739402 w 3311591"/>
              <a:gd name="connsiteY468" fmla="*/ 820900 h 1129480"/>
              <a:gd name="connsiteX469" fmla="*/ 745395 w 3311591"/>
              <a:gd name="connsiteY469" fmla="*/ 746974 h 1129480"/>
              <a:gd name="connsiteX470" fmla="*/ 761452 w 3311591"/>
              <a:gd name="connsiteY470" fmla="*/ 677814 h 1129480"/>
              <a:gd name="connsiteX471" fmla="*/ 822854 w 3311591"/>
              <a:gd name="connsiteY471" fmla="*/ 552481 h 1129480"/>
              <a:gd name="connsiteX472" fmla="*/ 852933 w 3311591"/>
              <a:gd name="connsiteY472" fmla="*/ 462783 h 1129480"/>
              <a:gd name="connsiteX473" fmla="*/ 837158 w 3311591"/>
              <a:gd name="connsiteY473" fmla="*/ 413148 h 1129480"/>
              <a:gd name="connsiteX474" fmla="*/ 797524 w 3311591"/>
              <a:gd name="connsiteY474" fmla="*/ 479061 h 1129480"/>
              <a:gd name="connsiteX475" fmla="*/ 768181 w 3311591"/>
              <a:gd name="connsiteY475" fmla="*/ 491080 h 1129480"/>
              <a:gd name="connsiteX476" fmla="*/ 762413 w 3311591"/>
              <a:gd name="connsiteY476" fmla="*/ 443174 h 1129480"/>
              <a:gd name="connsiteX477" fmla="*/ 802274 w 3311591"/>
              <a:gd name="connsiteY477" fmla="*/ 405599 h 1129480"/>
              <a:gd name="connsiteX478" fmla="*/ 814260 w 3311591"/>
              <a:gd name="connsiteY478" fmla="*/ 359717 h 1129480"/>
              <a:gd name="connsiteX479" fmla="*/ 786669 w 3311591"/>
              <a:gd name="connsiteY479" fmla="*/ 343945 h 1129480"/>
              <a:gd name="connsiteX480" fmla="*/ 822062 w 3311591"/>
              <a:gd name="connsiteY480" fmla="*/ 289039 h 1129480"/>
              <a:gd name="connsiteX481" fmla="*/ 776209 w 3311591"/>
              <a:gd name="connsiteY481" fmla="*/ 294774 h 1129480"/>
              <a:gd name="connsiteX482" fmla="*/ 746865 w 3311591"/>
              <a:gd name="connsiteY482" fmla="*/ 282755 h 1129480"/>
              <a:gd name="connsiteX483" fmla="*/ 722779 w 3311591"/>
              <a:gd name="connsiteY483" fmla="*/ 324631 h 1129480"/>
              <a:gd name="connsiteX484" fmla="*/ 694962 w 3311591"/>
              <a:gd name="connsiteY484" fmla="*/ 346644 h 1129480"/>
              <a:gd name="connsiteX485" fmla="*/ 671159 w 3311591"/>
              <a:gd name="connsiteY485" fmla="*/ 329101 h 1129480"/>
              <a:gd name="connsiteX486" fmla="*/ 683202 w 3311591"/>
              <a:gd name="connsiteY486" fmla="*/ 277947 h 1129480"/>
              <a:gd name="connsiteX487" fmla="*/ 633787 w 3311591"/>
              <a:gd name="connsiteY487" fmla="*/ 303545 h 1129480"/>
              <a:gd name="connsiteX488" fmla="*/ 561869 w 3311591"/>
              <a:gd name="connsiteY488" fmla="*/ 567156 h 1129480"/>
              <a:gd name="connsiteX489" fmla="*/ 667880 w 3311591"/>
              <a:gd name="connsiteY489" fmla="*/ 573187 h 1129480"/>
              <a:gd name="connsiteX490" fmla="*/ 771629 w 3311591"/>
              <a:gd name="connsiteY490" fmla="*/ 579175 h 1129480"/>
              <a:gd name="connsiteX491" fmla="*/ 765863 w 3311591"/>
              <a:gd name="connsiteY491" fmla="*/ 613249 h 1129480"/>
              <a:gd name="connsiteX492" fmla="*/ 701973 w 3311591"/>
              <a:gd name="connsiteY492" fmla="*/ 702484 h 1129480"/>
              <a:gd name="connsiteX493" fmla="*/ 644303 w 3311591"/>
              <a:gd name="connsiteY493" fmla="*/ 757896 h 1129480"/>
              <a:gd name="connsiteX494" fmla="*/ 616486 w 3311591"/>
              <a:gd name="connsiteY494" fmla="*/ 781934 h 1129480"/>
              <a:gd name="connsiteX495" fmla="*/ 565092 w 3311591"/>
              <a:gd name="connsiteY495" fmla="*/ 813773 h 1129480"/>
              <a:gd name="connsiteX496" fmla="*/ 493174 w 3311591"/>
              <a:gd name="connsiteY496" fmla="*/ 917008 h 1129480"/>
              <a:gd name="connsiteX497" fmla="*/ 473386 w 3311591"/>
              <a:gd name="connsiteY497" fmla="*/ 881457 h 1129480"/>
              <a:gd name="connsiteX498" fmla="*/ 507422 w 3311591"/>
              <a:gd name="connsiteY498" fmla="*/ 812002 h 1129480"/>
              <a:gd name="connsiteX499" fmla="*/ 595623 w 3311591"/>
              <a:gd name="connsiteY499" fmla="*/ 706237 h 1129480"/>
              <a:gd name="connsiteX500" fmla="*/ 529981 w 3311591"/>
              <a:gd name="connsiteY500" fmla="*/ 676422 h 1129480"/>
              <a:gd name="connsiteX501" fmla="*/ 516412 w 3311591"/>
              <a:gd name="connsiteY501" fmla="*/ 723105 h 1129480"/>
              <a:gd name="connsiteX502" fmla="*/ 492383 w 3311591"/>
              <a:gd name="connsiteY502" fmla="*/ 780500 h 1129480"/>
              <a:gd name="connsiteX503" fmla="*/ 440706 w 3311591"/>
              <a:gd name="connsiteY503" fmla="*/ 748914 h 1129480"/>
              <a:gd name="connsiteX504" fmla="*/ 385354 w 3311591"/>
              <a:gd name="connsiteY504" fmla="*/ 754903 h 1129480"/>
              <a:gd name="connsiteX505" fmla="*/ 374329 w 3311591"/>
              <a:gd name="connsiteY505" fmla="*/ 846413 h 1129480"/>
              <a:gd name="connsiteX506" fmla="*/ 324687 w 3311591"/>
              <a:gd name="connsiteY506" fmla="*/ 850420 h 1129480"/>
              <a:gd name="connsiteX507" fmla="*/ 318695 w 3311591"/>
              <a:gd name="connsiteY507" fmla="*/ 781217 h 1129480"/>
              <a:gd name="connsiteX508" fmla="*/ 386598 w 3311591"/>
              <a:gd name="connsiteY508" fmla="*/ 694007 h 1129480"/>
              <a:gd name="connsiteX509" fmla="*/ 368562 w 3311591"/>
              <a:gd name="connsiteY509" fmla="*/ 642347 h 1129480"/>
              <a:gd name="connsiteX510" fmla="*/ 345212 w 3311591"/>
              <a:gd name="connsiteY510" fmla="*/ 676211 h 1129480"/>
              <a:gd name="connsiteX511" fmla="*/ 309648 w 3311591"/>
              <a:gd name="connsiteY511" fmla="*/ 654408 h 1129480"/>
              <a:gd name="connsiteX512" fmla="*/ 285619 w 3311591"/>
              <a:gd name="connsiteY512" fmla="*/ 700248 h 1129480"/>
              <a:gd name="connsiteX513" fmla="*/ 258254 w 3311591"/>
              <a:gd name="connsiteY513" fmla="*/ 682705 h 1129480"/>
              <a:gd name="connsiteX514" fmla="*/ 216642 w 3311591"/>
              <a:gd name="connsiteY514" fmla="*/ 744570 h 1129480"/>
              <a:gd name="connsiteX515" fmla="*/ 177064 w 3311591"/>
              <a:gd name="connsiteY515" fmla="*/ 814743 h 1129480"/>
              <a:gd name="connsiteX516" fmla="*/ 44988 w 3311591"/>
              <a:gd name="connsiteY516" fmla="*/ 1002657 h 1129480"/>
              <a:gd name="connsiteX517" fmla="*/ 124935 w 3311591"/>
              <a:gd name="connsiteY517" fmla="*/ 936997 h 1129480"/>
              <a:gd name="connsiteX518" fmla="*/ 224670 w 3311591"/>
              <a:gd name="connsiteY518" fmla="*/ 828997 h 1129480"/>
              <a:gd name="connsiteX519" fmla="*/ 262268 w 3311591"/>
              <a:gd name="connsiteY519" fmla="*/ 856830 h 1129480"/>
              <a:gd name="connsiteX520" fmla="*/ 214606 w 3311591"/>
              <a:gd name="connsiteY520" fmla="*/ 944798 h 1129480"/>
              <a:gd name="connsiteX521" fmla="*/ 107860 w 3311591"/>
              <a:gd name="connsiteY521" fmla="*/ 1030237 h 1129480"/>
              <a:gd name="connsiteX522" fmla="*/ 14350 w 3311591"/>
              <a:gd name="connsiteY522" fmla="*/ 1082815 h 1129480"/>
              <a:gd name="connsiteX523" fmla="*/ 3969 w 3311591"/>
              <a:gd name="connsiteY523" fmla="*/ 1089302 h 1129480"/>
              <a:gd name="connsiteX524" fmla="*/ 8934 w 3311591"/>
              <a:gd name="connsiteY524" fmla="*/ 1045733 h 1129480"/>
              <a:gd name="connsiteX525" fmla="*/ 194831 w 3311591"/>
              <a:gd name="connsiteY525" fmla="*/ 715752 h 1129480"/>
              <a:gd name="connsiteX526" fmla="*/ 236440 w 3311591"/>
              <a:gd name="connsiteY526" fmla="*/ 664324 h 1129480"/>
              <a:gd name="connsiteX527" fmla="*/ 272543 w 3311591"/>
              <a:gd name="connsiteY527" fmla="*/ 620485 h 1129480"/>
              <a:gd name="connsiteX528" fmla="*/ 300323 w 3311591"/>
              <a:gd name="connsiteY528" fmla="*/ 592675 h 1129480"/>
              <a:gd name="connsiteX529" fmla="*/ 369836 w 3311591"/>
              <a:gd name="connsiteY529" fmla="*/ 576646 h 1129480"/>
              <a:gd name="connsiteX530" fmla="*/ 411445 w 3311591"/>
              <a:gd name="connsiteY530" fmla="*/ 576646 h 1129480"/>
              <a:gd name="connsiteX531" fmla="*/ 469331 w 3311591"/>
              <a:gd name="connsiteY531" fmla="*/ 600661 h 1129480"/>
              <a:gd name="connsiteX532" fmla="*/ 523179 w 3311591"/>
              <a:gd name="connsiteY532" fmla="*/ 578855 h 1129480"/>
              <a:gd name="connsiteX533" fmla="*/ 552306 w 3311591"/>
              <a:gd name="connsiteY533" fmla="*/ 505167 h 1129480"/>
              <a:gd name="connsiteX534" fmla="*/ 632466 w 3311591"/>
              <a:gd name="connsiteY534" fmla="*/ 253122 h 1129480"/>
              <a:gd name="connsiteX535" fmla="*/ 681785 w 3311591"/>
              <a:gd name="connsiteY535" fmla="*/ 235280 h 1129480"/>
              <a:gd name="connsiteX536" fmla="*/ 719233 w 3311591"/>
              <a:gd name="connsiteY536" fmla="*/ 249100 h 1129480"/>
              <a:gd name="connsiteX537" fmla="*/ 794620 w 3311591"/>
              <a:gd name="connsiteY537" fmla="*/ 219535 h 1129480"/>
              <a:gd name="connsiteX538" fmla="*/ 854342 w 3311591"/>
              <a:gd name="connsiteY538" fmla="*/ 133782 h 1129480"/>
              <a:gd name="connsiteX539" fmla="*/ 973541 w 3311591"/>
              <a:gd name="connsiteY539" fmla="*/ 63662 h 1129480"/>
              <a:gd name="connsiteX540" fmla="*/ 1052844 w 3311591"/>
              <a:gd name="connsiteY540" fmla="*/ 45878 h 1129480"/>
              <a:gd name="connsiteX541" fmla="*/ 1102408 w 3311591"/>
              <a:gd name="connsiteY541" fmla="*/ 12008 h 1129480"/>
              <a:gd name="connsiteX542" fmla="*/ 1176327 w 3311591"/>
              <a:gd name="connsiteY542" fmla="*/ 0 h 112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</a:cxnLst>
            <a:rect l="l" t="t" r="r" b="b"/>
            <a:pathLst>
              <a:path w="3311591" h="1129480">
                <a:moveTo>
                  <a:pt x="2638804" y="1127866"/>
                </a:moveTo>
                <a:lnTo>
                  <a:pt x="2657460" y="1129480"/>
                </a:lnTo>
                <a:lnTo>
                  <a:pt x="2639218" y="1129480"/>
                </a:lnTo>
                <a:close/>
                <a:moveTo>
                  <a:pt x="3785" y="1090915"/>
                </a:moveTo>
                <a:lnTo>
                  <a:pt x="10477" y="1091912"/>
                </a:lnTo>
                <a:cubicBezTo>
                  <a:pt x="28557" y="1094640"/>
                  <a:pt x="77470" y="1102160"/>
                  <a:pt x="179495" y="1118670"/>
                </a:cubicBezTo>
                <a:cubicBezTo>
                  <a:pt x="196507" y="1121427"/>
                  <a:pt x="225286" y="1124591"/>
                  <a:pt x="262625" y="1128017"/>
                </a:cubicBezTo>
                <a:lnTo>
                  <a:pt x="280640" y="1129480"/>
                </a:lnTo>
                <a:lnTo>
                  <a:pt x="39453" y="1129480"/>
                </a:lnTo>
                <a:lnTo>
                  <a:pt x="0" y="1124122"/>
                </a:lnTo>
                <a:close/>
                <a:moveTo>
                  <a:pt x="3969" y="1089302"/>
                </a:moveTo>
                <a:lnTo>
                  <a:pt x="3785" y="1090915"/>
                </a:lnTo>
                <a:lnTo>
                  <a:pt x="1849" y="1090626"/>
                </a:lnTo>
                <a:close/>
                <a:moveTo>
                  <a:pt x="3233646" y="1009354"/>
                </a:moveTo>
                <a:lnTo>
                  <a:pt x="3253796" y="1045645"/>
                </a:lnTo>
                <a:lnTo>
                  <a:pt x="3255637" y="1085211"/>
                </a:lnTo>
                <a:lnTo>
                  <a:pt x="3257402" y="1110276"/>
                </a:lnTo>
                <a:lnTo>
                  <a:pt x="3268753" y="1112658"/>
                </a:lnTo>
                <a:cubicBezTo>
                  <a:pt x="3268753" y="1112658"/>
                  <a:pt x="3270594" y="1083245"/>
                  <a:pt x="3270594" y="1076277"/>
                </a:cubicBezTo>
                <a:cubicBezTo>
                  <a:pt x="3270594" y="1069309"/>
                  <a:pt x="3270594" y="1039982"/>
                  <a:pt x="3270594" y="1039982"/>
                </a:cubicBezTo>
                <a:lnTo>
                  <a:pt x="3259561" y="1025768"/>
                </a:lnTo>
                <a:lnTo>
                  <a:pt x="3248749" y="1021191"/>
                </a:lnTo>
                <a:close/>
                <a:moveTo>
                  <a:pt x="3176292" y="1007002"/>
                </a:moveTo>
                <a:lnTo>
                  <a:pt x="3176292" y="1048161"/>
                </a:lnTo>
                <a:lnTo>
                  <a:pt x="3179969" y="1079776"/>
                </a:lnTo>
                <a:lnTo>
                  <a:pt x="3199980" y="1105214"/>
                </a:lnTo>
                <a:lnTo>
                  <a:pt x="3211870" y="1120835"/>
                </a:lnTo>
                <a:lnTo>
                  <a:pt x="3234012" y="1115359"/>
                </a:lnTo>
                <a:lnTo>
                  <a:pt x="3242445" y="1102042"/>
                </a:lnTo>
                <a:lnTo>
                  <a:pt x="3244287" y="1074400"/>
                </a:lnTo>
                <a:lnTo>
                  <a:pt x="3239382" y="1046659"/>
                </a:lnTo>
                <a:lnTo>
                  <a:pt x="3233937" y="1085847"/>
                </a:lnTo>
                <a:lnTo>
                  <a:pt x="3229032" y="1099776"/>
                </a:lnTo>
                <a:lnTo>
                  <a:pt x="3225359" y="1062501"/>
                </a:lnTo>
                <a:lnTo>
                  <a:pt x="3216377" y="1046791"/>
                </a:lnTo>
                <a:lnTo>
                  <a:pt x="3201746" y="1068160"/>
                </a:lnTo>
                <a:lnTo>
                  <a:pt x="3195075" y="1059613"/>
                </a:lnTo>
                <a:lnTo>
                  <a:pt x="3212628" y="1027386"/>
                </a:lnTo>
                <a:lnTo>
                  <a:pt x="3203043" y="1017247"/>
                </a:lnTo>
                <a:lnTo>
                  <a:pt x="3195220" y="1024203"/>
                </a:lnTo>
                <a:lnTo>
                  <a:pt x="3195220" y="1007002"/>
                </a:lnTo>
                <a:close/>
                <a:moveTo>
                  <a:pt x="2579626" y="950354"/>
                </a:moveTo>
                <a:lnTo>
                  <a:pt x="2581625" y="956001"/>
                </a:lnTo>
                <a:cubicBezTo>
                  <a:pt x="2586225" y="967688"/>
                  <a:pt x="2591281" y="979629"/>
                  <a:pt x="2595978" y="990355"/>
                </a:cubicBezTo>
                <a:lnTo>
                  <a:pt x="2600973" y="1001441"/>
                </a:lnTo>
                <a:lnTo>
                  <a:pt x="2601949" y="1008776"/>
                </a:lnTo>
                <a:cubicBezTo>
                  <a:pt x="2602263" y="1010860"/>
                  <a:pt x="2602493" y="1012183"/>
                  <a:pt x="2602493" y="1012183"/>
                </a:cubicBezTo>
                <a:lnTo>
                  <a:pt x="2605663" y="1011851"/>
                </a:lnTo>
                <a:lnTo>
                  <a:pt x="2608173" y="1017423"/>
                </a:lnTo>
                <a:cubicBezTo>
                  <a:pt x="2611336" y="1024253"/>
                  <a:pt x="2613325" y="1028402"/>
                  <a:pt x="2613325" y="1028402"/>
                </a:cubicBezTo>
                <a:lnTo>
                  <a:pt x="2638804" y="1127866"/>
                </a:lnTo>
                <a:lnTo>
                  <a:pt x="2624643" y="1126640"/>
                </a:lnTo>
                <a:cubicBezTo>
                  <a:pt x="2593295" y="1123620"/>
                  <a:pt x="2568496" y="1120787"/>
                  <a:pt x="2558091" y="1118599"/>
                </a:cubicBezTo>
                <a:cubicBezTo>
                  <a:pt x="2537291" y="1114233"/>
                  <a:pt x="2523709" y="1111452"/>
                  <a:pt x="2515328" y="1109762"/>
                </a:cubicBezTo>
                <a:lnTo>
                  <a:pt x="2504356" y="1107591"/>
                </a:lnTo>
                <a:lnTo>
                  <a:pt x="2504413" y="1106949"/>
                </a:lnTo>
                <a:lnTo>
                  <a:pt x="2507588" y="1104375"/>
                </a:lnTo>
                <a:cubicBezTo>
                  <a:pt x="2514635" y="1098712"/>
                  <a:pt x="2529558" y="1086956"/>
                  <a:pt x="2536184" y="1083517"/>
                </a:cubicBezTo>
                <a:cubicBezTo>
                  <a:pt x="2545002" y="1078951"/>
                  <a:pt x="2568828" y="1049624"/>
                  <a:pt x="2568828" y="1049624"/>
                </a:cubicBezTo>
                <a:lnTo>
                  <a:pt x="2583405" y="1014726"/>
                </a:lnTo>
                <a:lnTo>
                  <a:pt x="2571906" y="1003684"/>
                </a:lnTo>
                <a:cubicBezTo>
                  <a:pt x="2571906" y="1003684"/>
                  <a:pt x="2545002" y="1041861"/>
                  <a:pt x="2541407" y="1046529"/>
                </a:cubicBezTo>
                <a:cubicBezTo>
                  <a:pt x="2537793" y="1051196"/>
                  <a:pt x="2516958" y="1072576"/>
                  <a:pt x="2516958" y="1072576"/>
                </a:cubicBezTo>
                <a:lnTo>
                  <a:pt x="2557347" y="998030"/>
                </a:lnTo>
                <a:cubicBezTo>
                  <a:pt x="2557347" y="998030"/>
                  <a:pt x="2567601" y="974876"/>
                  <a:pt x="2569451" y="970192"/>
                </a:cubicBezTo>
                <a:cubicBezTo>
                  <a:pt x="2570367" y="967858"/>
                  <a:pt x="2573549" y="961723"/>
                  <a:pt x="2576501" y="956171"/>
                </a:cubicBezTo>
                <a:close/>
                <a:moveTo>
                  <a:pt x="2968766" y="889859"/>
                </a:moveTo>
                <a:cubicBezTo>
                  <a:pt x="2968766" y="889859"/>
                  <a:pt x="2959711" y="914513"/>
                  <a:pt x="2965159" y="916894"/>
                </a:cubicBezTo>
                <a:cubicBezTo>
                  <a:pt x="2970607" y="919273"/>
                  <a:pt x="2976048" y="921661"/>
                  <a:pt x="2976048" y="921661"/>
                </a:cubicBezTo>
                <a:lnTo>
                  <a:pt x="2979655" y="905953"/>
                </a:lnTo>
                <a:close/>
                <a:moveTo>
                  <a:pt x="2388552" y="843290"/>
                </a:moveTo>
                <a:lnTo>
                  <a:pt x="2454444" y="934769"/>
                </a:lnTo>
                <a:lnTo>
                  <a:pt x="2460463" y="1034507"/>
                </a:lnTo>
                <a:lnTo>
                  <a:pt x="2466235" y="1097691"/>
                </a:lnTo>
                <a:lnTo>
                  <a:pt x="2503354" y="1103694"/>
                </a:lnTo>
                <a:cubicBezTo>
                  <a:pt x="2503354" y="1103694"/>
                  <a:pt x="2509373" y="1029552"/>
                  <a:pt x="2509373" y="1011986"/>
                </a:cubicBezTo>
                <a:cubicBezTo>
                  <a:pt x="2509373" y="994421"/>
                  <a:pt x="2509373" y="920495"/>
                  <a:pt x="2509373" y="920495"/>
                </a:cubicBezTo>
                <a:lnTo>
                  <a:pt x="2473294" y="884666"/>
                </a:lnTo>
                <a:lnTo>
                  <a:pt x="2437938" y="873128"/>
                </a:lnTo>
                <a:close/>
                <a:moveTo>
                  <a:pt x="2201006" y="837360"/>
                </a:moveTo>
                <a:lnTo>
                  <a:pt x="2201006" y="941112"/>
                </a:lnTo>
                <a:lnTo>
                  <a:pt x="2213029" y="1020806"/>
                </a:lnTo>
                <a:lnTo>
                  <a:pt x="2278465" y="1084930"/>
                </a:lnTo>
                <a:lnTo>
                  <a:pt x="2317343" y="1124306"/>
                </a:lnTo>
                <a:lnTo>
                  <a:pt x="2389747" y="1110503"/>
                </a:lnTo>
                <a:lnTo>
                  <a:pt x="2417324" y="1076933"/>
                </a:lnTo>
                <a:lnTo>
                  <a:pt x="2423345" y="1007256"/>
                </a:lnTo>
                <a:lnTo>
                  <a:pt x="2407308" y="937326"/>
                </a:lnTo>
                <a:lnTo>
                  <a:pt x="2389500" y="1036110"/>
                </a:lnTo>
                <a:lnTo>
                  <a:pt x="2373463" y="1071221"/>
                </a:lnTo>
                <a:lnTo>
                  <a:pt x="2361451" y="977260"/>
                </a:lnTo>
                <a:lnTo>
                  <a:pt x="2332083" y="937659"/>
                </a:lnTo>
                <a:lnTo>
                  <a:pt x="2284239" y="991527"/>
                </a:lnTo>
                <a:lnTo>
                  <a:pt x="2262427" y="969980"/>
                </a:lnTo>
                <a:lnTo>
                  <a:pt x="2319823" y="888745"/>
                </a:lnTo>
                <a:lnTo>
                  <a:pt x="2288480" y="863185"/>
                </a:lnTo>
                <a:lnTo>
                  <a:pt x="2262901" y="880721"/>
                </a:lnTo>
                <a:lnTo>
                  <a:pt x="2262901" y="837360"/>
                </a:lnTo>
                <a:close/>
                <a:moveTo>
                  <a:pt x="3042518" y="823125"/>
                </a:moveTo>
                <a:lnTo>
                  <a:pt x="3029009" y="829011"/>
                </a:lnTo>
                <a:lnTo>
                  <a:pt x="3063971" y="892624"/>
                </a:lnTo>
                <a:close/>
                <a:moveTo>
                  <a:pt x="2883194" y="813554"/>
                </a:moveTo>
                <a:lnTo>
                  <a:pt x="2871153" y="815932"/>
                </a:lnTo>
                <a:lnTo>
                  <a:pt x="2871471" y="839790"/>
                </a:lnTo>
                <a:lnTo>
                  <a:pt x="2864878" y="861671"/>
                </a:lnTo>
                <a:lnTo>
                  <a:pt x="2860658" y="823797"/>
                </a:lnTo>
                <a:lnTo>
                  <a:pt x="2858824" y="878375"/>
                </a:lnTo>
                <a:lnTo>
                  <a:pt x="2874616" y="891989"/>
                </a:lnTo>
                <a:lnTo>
                  <a:pt x="2883194" y="838805"/>
                </a:lnTo>
                <a:close/>
                <a:moveTo>
                  <a:pt x="2763321" y="801146"/>
                </a:moveTo>
                <a:lnTo>
                  <a:pt x="2767541" y="818511"/>
                </a:lnTo>
                <a:lnTo>
                  <a:pt x="2781885" y="829459"/>
                </a:lnTo>
                <a:lnTo>
                  <a:pt x="2784947" y="860589"/>
                </a:lnTo>
                <a:lnTo>
                  <a:pt x="2777127" y="872935"/>
                </a:lnTo>
                <a:lnTo>
                  <a:pt x="2777127" y="898188"/>
                </a:lnTo>
                <a:lnTo>
                  <a:pt x="2791153" y="876718"/>
                </a:lnTo>
                <a:lnTo>
                  <a:pt x="2803339" y="863302"/>
                </a:lnTo>
                <a:lnTo>
                  <a:pt x="2796127" y="839828"/>
                </a:lnTo>
                <a:lnTo>
                  <a:pt x="2784091" y="812283"/>
                </a:lnTo>
                <a:close/>
                <a:moveTo>
                  <a:pt x="3005935" y="786010"/>
                </a:moveTo>
                <a:lnTo>
                  <a:pt x="3000418" y="854303"/>
                </a:lnTo>
                <a:lnTo>
                  <a:pt x="3012315" y="859071"/>
                </a:lnTo>
                <a:lnTo>
                  <a:pt x="3011624" y="881648"/>
                </a:lnTo>
                <a:lnTo>
                  <a:pt x="3024279" y="876879"/>
                </a:lnTo>
                <a:lnTo>
                  <a:pt x="3012487" y="827679"/>
                </a:lnTo>
                <a:close/>
                <a:moveTo>
                  <a:pt x="2985289" y="769085"/>
                </a:moveTo>
                <a:lnTo>
                  <a:pt x="2973497" y="799018"/>
                </a:lnTo>
                <a:lnTo>
                  <a:pt x="2962759" y="790368"/>
                </a:lnTo>
                <a:lnTo>
                  <a:pt x="2965753" y="836393"/>
                </a:lnTo>
                <a:lnTo>
                  <a:pt x="2971117" y="848828"/>
                </a:lnTo>
                <a:lnTo>
                  <a:pt x="2979702" y="817115"/>
                </a:lnTo>
                <a:lnTo>
                  <a:pt x="2987054" y="854676"/>
                </a:lnTo>
                <a:lnTo>
                  <a:pt x="2992571" y="808651"/>
                </a:lnTo>
                <a:close/>
                <a:moveTo>
                  <a:pt x="2784919" y="724429"/>
                </a:moveTo>
                <a:lnTo>
                  <a:pt x="2781321" y="759231"/>
                </a:lnTo>
                <a:lnTo>
                  <a:pt x="2767609" y="732057"/>
                </a:lnTo>
                <a:lnTo>
                  <a:pt x="2757335" y="750865"/>
                </a:lnTo>
                <a:lnTo>
                  <a:pt x="2760941" y="777795"/>
                </a:lnTo>
                <a:lnTo>
                  <a:pt x="2780800" y="786447"/>
                </a:lnTo>
                <a:lnTo>
                  <a:pt x="2793527" y="814602"/>
                </a:lnTo>
                <a:lnTo>
                  <a:pt x="2808481" y="832608"/>
                </a:lnTo>
                <a:lnTo>
                  <a:pt x="2823735" y="865619"/>
                </a:lnTo>
                <a:lnTo>
                  <a:pt x="2840144" y="879134"/>
                </a:lnTo>
                <a:lnTo>
                  <a:pt x="2843887" y="859954"/>
                </a:lnTo>
                <a:lnTo>
                  <a:pt x="2843887" y="826055"/>
                </a:lnTo>
                <a:lnTo>
                  <a:pt x="2834915" y="830732"/>
                </a:lnTo>
                <a:lnTo>
                  <a:pt x="2823027" y="828440"/>
                </a:lnTo>
                <a:lnTo>
                  <a:pt x="2823027" y="804769"/>
                </a:lnTo>
                <a:lnTo>
                  <a:pt x="2813979" y="782802"/>
                </a:lnTo>
                <a:lnTo>
                  <a:pt x="2804999" y="810534"/>
                </a:lnTo>
                <a:lnTo>
                  <a:pt x="2794580" y="796317"/>
                </a:lnTo>
                <a:lnTo>
                  <a:pt x="2796424" y="763013"/>
                </a:lnTo>
                <a:close/>
                <a:moveTo>
                  <a:pt x="2871154" y="719017"/>
                </a:moveTo>
                <a:lnTo>
                  <a:pt x="2866327" y="731749"/>
                </a:lnTo>
                <a:lnTo>
                  <a:pt x="2874837" y="756107"/>
                </a:lnTo>
                <a:cubicBezTo>
                  <a:pt x="2874837" y="756107"/>
                  <a:pt x="2876671" y="767147"/>
                  <a:pt x="2876671" y="784542"/>
                </a:cubicBezTo>
                <a:cubicBezTo>
                  <a:pt x="2876671" y="801945"/>
                  <a:pt x="2892538" y="801242"/>
                  <a:pt x="2892538" y="805912"/>
                </a:cubicBezTo>
                <a:cubicBezTo>
                  <a:pt x="2892538" y="810583"/>
                  <a:pt x="2897979" y="820138"/>
                  <a:pt x="2897979" y="824809"/>
                </a:cubicBezTo>
                <a:cubicBezTo>
                  <a:pt x="2897979" y="829479"/>
                  <a:pt x="2896139" y="845483"/>
                  <a:pt x="2896139" y="845483"/>
                </a:cubicBezTo>
                <a:lnTo>
                  <a:pt x="2885181" y="875603"/>
                </a:lnTo>
                <a:lnTo>
                  <a:pt x="2890620" y="889725"/>
                </a:lnTo>
                <a:lnTo>
                  <a:pt x="2900359" y="873311"/>
                </a:lnTo>
                <a:lnTo>
                  <a:pt x="2911393" y="845578"/>
                </a:lnTo>
                <a:lnTo>
                  <a:pt x="2911393" y="813965"/>
                </a:lnTo>
                <a:lnTo>
                  <a:pt x="2900359" y="786225"/>
                </a:lnTo>
                <a:lnTo>
                  <a:pt x="2891772" y="761670"/>
                </a:lnTo>
                <a:close/>
                <a:moveTo>
                  <a:pt x="2815792" y="699910"/>
                </a:moveTo>
                <a:lnTo>
                  <a:pt x="2810131" y="725163"/>
                </a:lnTo>
                <a:lnTo>
                  <a:pt x="2819715" y="739191"/>
                </a:lnTo>
                <a:lnTo>
                  <a:pt x="2814200" y="762154"/>
                </a:lnTo>
                <a:lnTo>
                  <a:pt x="2825232" y="789088"/>
                </a:lnTo>
                <a:lnTo>
                  <a:pt x="2838715" y="809573"/>
                </a:lnTo>
                <a:lnTo>
                  <a:pt x="2836949" y="773191"/>
                </a:lnTo>
                <a:lnTo>
                  <a:pt x="2826673" y="762251"/>
                </a:lnTo>
                <a:lnTo>
                  <a:pt x="2828516" y="737784"/>
                </a:lnTo>
                <a:close/>
                <a:moveTo>
                  <a:pt x="2862934" y="674817"/>
                </a:moveTo>
                <a:lnTo>
                  <a:pt x="2889244" y="691422"/>
                </a:lnTo>
                <a:lnTo>
                  <a:pt x="2912747" y="718857"/>
                </a:lnTo>
                <a:lnTo>
                  <a:pt x="2942575" y="728406"/>
                </a:lnTo>
                <a:lnTo>
                  <a:pt x="2951071" y="783972"/>
                </a:lnTo>
                <a:lnTo>
                  <a:pt x="2962598" y="781590"/>
                </a:lnTo>
                <a:lnTo>
                  <a:pt x="2984417" y="761099"/>
                </a:lnTo>
                <a:lnTo>
                  <a:pt x="3014507" y="783186"/>
                </a:lnTo>
                <a:lnTo>
                  <a:pt x="3027231" y="817676"/>
                </a:lnTo>
                <a:lnTo>
                  <a:pt x="3045533" y="815317"/>
                </a:lnTo>
                <a:lnTo>
                  <a:pt x="3073677" y="895936"/>
                </a:lnTo>
                <a:lnTo>
                  <a:pt x="3085615" y="906878"/>
                </a:lnTo>
                <a:lnTo>
                  <a:pt x="3098415" y="933527"/>
                </a:lnTo>
                <a:lnTo>
                  <a:pt x="3125848" y="931145"/>
                </a:lnTo>
                <a:lnTo>
                  <a:pt x="3145085" y="953030"/>
                </a:lnTo>
                <a:lnTo>
                  <a:pt x="3171994" y="960175"/>
                </a:lnTo>
                <a:lnTo>
                  <a:pt x="3187712" y="983049"/>
                </a:lnTo>
                <a:lnTo>
                  <a:pt x="3216979" y="987812"/>
                </a:lnTo>
                <a:lnTo>
                  <a:pt x="3234607" y="997092"/>
                </a:lnTo>
                <a:lnTo>
                  <a:pt x="3244225" y="992396"/>
                </a:lnTo>
                <a:lnTo>
                  <a:pt x="3267354" y="1001945"/>
                </a:lnTo>
                <a:cubicBezTo>
                  <a:pt x="3267354" y="1001945"/>
                  <a:pt x="3285618" y="1025606"/>
                  <a:pt x="3289136" y="1041041"/>
                </a:cubicBezTo>
                <a:cubicBezTo>
                  <a:pt x="3292653" y="1056456"/>
                  <a:pt x="3302384" y="1082789"/>
                  <a:pt x="3302384" y="1082789"/>
                </a:cubicBezTo>
                <a:lnTo>
                  <a:pt x="3311591" y="1129413"/>
                </a:lnTo>
                <a:lnTo>
                  <a:pt x="3311350" y="1129480"/>
                </a:lnTo>
                <a:lnTo>
                  <a:pt x="2876310" y="1129480"/>
                </a:lnTo>
                <a:lnTo>
                  <a:pt x="2877236" y="1126111"/>
                </a:lnTo>
                <a:cubicBezTo>
                  <a:pt x="2877236" y="1126111"/>
                  <a:pt x="2877236" y="1065767"/>
                  <a:pt x="2877236" y="1061100"/>
                </a:cubicBezTo>
                <a:cubicBezTo>
                  <a:pt x="2877236" y="1056416"/>
                  <a:pt x="2870493" y="1011898"/>
                  <a:pt x="2870493" y="1011898"/>
                </a:cubicBezTo>
                <a:lnTo>
                  <a:pt x="2869265" y="946788"/>
                </a:lnTo>
                <a:lnTo>
                  <a:pt x="2861363" y="957729"/>
                </a:lnTo>
                <a:lnTo>
                  <a:pt x="2845111" y="948276"/>
                </a:lnTo>
                <a:cubicBezTo>
                  <a:pt x="2845111" y="948276"/>
                  <a:pt x="2828633" y="957729"/>
                  <a:pt x="2828633" y="962313"/>
                </a:cubicBezTo>
                <a:cubicBezTo>
                  <a:pt x="2828633" y="966896"/>
                  <a:pt x="2840909" y="975830"/>
                  <a:pt x="2847497" y="977419"/>
                </a:cubicBezTo>
                <a:cubicBezTo>
                  <a:pt x="2854085" y="979008"/>
                  <a:pt x="2840909" y="992242"/>
                  <a:pt x="2840909" y="992242"/>
                </a:cubicBezTo>
                <a:cubicBezTo>
                  <a:pt x="2840909" y="992242"/>
                  <a:pt x="2832385" y="997010"/>
                  <a:pt x="2832385" y="1001593"/>
                </a:cubicBezTo>
                <a:cubicBezTo>
                  <a:pt x="2832385" y="1006177"/>
                  <a:pt x="2848863" y="1027742"/>
                  <a:pt x="2848863" y="1027742"/>
                </a:cubicBezTo>
                <a:lnTo>
                  <a:pt x="2848863" y="1048218"/>
                </a:lnTo>
                <a:lnTo>
                  <a:pt x="2833681" y="1049808"/>
                </a:lnTo>
                <a:lnTo>
                  <a:pt x="2828166" y="1026838"/>
                </a:lnTo>
                <a:lnTo>
                  <a:pt x="2820818" y="1009540"/>
                </a:lnTo>
                <a:cubicBezTo>
                  <a:pt x="2820818" y="1009540"/>
                  <a:pt x="2822651" y="987557"/>
                  <a:pt x="2822651" y="982890"/>
                </a:cubicBezTo>
                <a:cubicBezTo>
                  <a:pt x="2822651" y="978205"/>
                  <a:pt x="2818985" y="957628"/>
                  <a:pt x="2818985" y="957628"/>
                </a:cubicBezTo>
                <a:cubicBezTo>
                  <a:pt x="2818985" y="957628"/>
                  <a:pt x="2827561" y="940330"/>
                  <a:pt x="2829325" y="933371"/>
                </a:cubicBezTo>
                <a:cubicBezTo>
                  <a:pt x="2831088" y="926394"/>
                  <a:pt x="2821976" y="899359"/>
                  <a:pt x="2821976" y="899359"/>
                </a:cubicBezTo>
                <a:lnTo>
                  <a:pt x="2805499" y="882764"/>
                </a:lnTo>
                <a:lnTo>
                  <a:pt x="2785960" y="903944"/>
                </a:lnTo>
                <a:lnTo>
                  <a:pt x="2781119" y="920539"/>
                </a:lnTo>
                <a:lnTo>
                  <a:pt x="2769016" y="935562"/>
                </a:lnTo>
                <a:lnTo>
                  <a:pt x="2759212" y="963400"/>
                </a:lnTo>
                <a:lnTo>
                  <a:pt x="2759212" y="982287"/>
                </a:lnTo>
                <a:lnTo>
                  <a:pt x="2729317" y="1000472"/>
                </a:lnTo>
                <a:lnTo>
                  <a:pt x="2731151" y="971145"/>
                </a:lnTo>
                <a:lnTo>
                  <a:pt x="2736061" y="943709"/>
                </a:lnTo>
                <a:lnTo>
                  <a:pt x="2754838" y="893989"/>
                </a:lnTo>
                <a:lnTo>
                  <a:pt x="2764037" y="858406"/>
                </a:lnTo>
                <a:lnTo>
                  <a:pt x="2759212" y="838715"/>
                </a:lnTo>
                <a:lnTo>
                  <a:pt x="2747092" y="864864"/>
                </a:lnTo>
                <a:lnTo>
                  <a:pt x="2738118" y="869632"/>
                </a:lnTo>
                <a:lnTo>
                  <a:pt x="2736355" y="850627"/>
                </a:lnTo>
                <a:lnTo>
                  <a:pt x="2748544" y="835721"/>
                </a:lnTo>
                <a:lnTo>
                  <a:pt x="2752209" y="817519"/>
                </a:lnTo>
                <a:lnTo>
                  <a:pt x="2743772" y="811262"/>
                </a:lnTo>
                <a:lnTo>
                  <a:pt x="2754596" y="789480"/>
                </a:lnTo>
                <a:lnTo>
                  <a:pt x="2740573" y="791755"/>
                </a:lnTo>
                <a:lnTo>
                  <a:pt x="2731599" y="786988"/>
                </a:lnTo>
                <a:lnTo>
                  <a:pt x="2724234" y="803600"/>
                </a:lnTo>
                <a:lnTo>
                  <a:pt x="2715727" y="812333"/>
                </a:lnTo>
                <a:lnTo>
                  <a:pt x="2708448" y="805373"/>
                </a:lnTo>
                <a:lnTo>
                  <a:pt x="2712131" y="785081"/>
                </a:lnTo>
                <a:cubicBezTo>
                  <a:pt x="2712131" y="785081"/>
                  <a:pt x="2707376" y="785081"/>
                  <a:pt x="2697019" y="795235"/>
                </a:cubicBezTo>
                <a:cubicBezTo>
                  <a:pt x="2686679" y="805390"/>
                  <a:pt x="2675025" y="899812"/>
                  <a:pt x="2675025" y="899812"/>
                </a:cubicBezTo>
                <a:lnTo>
                  <a:pt x="2707445" y="902204"/>
                </a:lnTo>
                <a:cubicBezTo>
                  <a:pt x="2707445" y="902204"/>
                  <a:pt x="2734331" y="904579"/>
                  <a:pt x="2739173" y="904579"/>
                </a:cubicBezTo>
                <a:cubicBezTo>
                  <a:pt x="2744014" y="904579"/>
                  <a:pt x="2737409" y="918096"/>
                  <a:pt x="2737409" y="918096"/>
                </a:cubicBezTo>
                <a:lnTo>
                  <a:pt x="2717871" y="953496"/>
                </a:lnTo>
                <a:cubicBezTo>
                  <a:pt x="2717871" y="953496"/>
                  <a:pt x="2701999" y="970895"/>
                  <a:pt x="2700235" y="975479"/>
                </a:cubicBezTo>
                <a:cubicBezTo>
                  <a:pt x="2698471" y="980063"/>
                  <a:pt x="2691729" y="985015"/>
                  <a:pt x="2691729" y="985015"/>
                </a:cubicBezTo>
                <a:lnTo>
                  <a:pt x="2676011" y="997645"/>
                </a:lnTo>
                <a:lnTo>
                  <a:pt x="2654018" y="1038599"/>
                </a:lnTo>
                <a:cubicBezTo>
                  <a:pt x="2654018" y="1038599"/>
                  <a:pt x="2647966" y="1033831"/>
                  <a:pt x="2647966" y="1024496"/>
                </a:cubicBezTo>
                <a:cubicBezTo>
                  <a:pt x="2647966" y="1015144"/>
                  <a:pt x="2655315" y="1003216"/>
                  <a:pt x="2658375" y="996942"/>
                </a:cubicBezTo>
                <a:cubicBezTo>
                  <a:pt x="2661436" y="990686"/>
                  <a:pt x="2685348" y="959569"/>
                  <a:pt x="2685348" y="954985"/>
                </a:cubicBezTo>
                <a:cubicBezTo>
                  <a:pt x="2685348" y="950418"/>
                  <a:pt x="2665274" y="943157"/>
                  <a:pt x="2665274" y="943157"/>
                </a:cubicBezTo>
                <a:lnTo>
                  <a:pt x="2661125" y="961677"/>
                </a:lnTo>
                <a:lnTo>
                  <a:pt x="2653776" y="984446"/>
                </a:lnTo>
                <a:lnTo>
                  <a:pt x="2637972" y="971915"/>
                </a:lnTo>
                <a:lnTo>
                  <a:pt x="2621045" y="974291"/>
                </a:lnTo>
                <a:lnTo>
                  <a:pt x="2617673" y="1010594"/>
                </a:lnTo>
                <a:lnTo>
                  <a:pt x="2605663" y="1011851"/>
                </a:lnTo>
                <a:lnTo>
                  <a:pt x="2600973" y="1001441"/>
                </a:lnTo>
                <a:lnTo>
                  <a:pt x="2600889" y="1000809"/>
                </a:lnTo>
                <a:cubicBezTo>
                  <a:pt x="2600201" y="994730"/>
                  <a:pt x="2599743" y="987867"/>
                  <a:pt x="2600660" y="984730"/>
                </a:cubicBezTo>
                <a:cubicBezTo>
                  <a:pt x="2602493" y="978456"/>
                  <a:pt x="2621426" y="950133"/>
                  <a:pt x="2621426" y="950133"/>
                </a:cubicBezTo>
                <a:lnTo>
                  <a:pt x="2615910" y="929640"/>
                </a:lnTo>
                <a:lnTo>
                  <a:pt x="2608769" y="943073"/>
                </a:lnTo>
                <a:lnTo>
                  <a:pt x="2597894" y="934425"/>
                </a:lnTo>
                <a:lnTo>
                  <a:pt x="2590545" y="952610"/>
                </a:lnTo>
                <a:lnTo>
                  <a:pt x="2582177" y="945650"/>
                </a:lnTo>
                <a:cubicBezTo>
                  <a:pt x="2582177" y="945650"/>
                  <a:pt x="2581496" y="946892"/>
                  <a:pt x="2580446" y="948829"/>
                </a:cubicBezTo>
                <a:lnTo>
                  <a:pt x="2579626" y="950354"/>
                </a:lnTo>
                <a:lnTo>
                  <a:pt x="2575425" y="938487"/>
                </a:lnTo>
                <a:lnTo>
                  <a:pt x="2575506" y="938358"/>
                </a:lnTo>
                <a:lnTo>
                  <a:pt x="2586546" y="920967"/>
                </a:lnTo>
                <a:lnTo>
                  <a:pt x="2595041" y="909934"/>
                </a:lnTo>
                <a:lnTo>
                  <a:pt x="2616300" y="903575"/>
                </a:lnTo>
                <a:lnTo>
                  <a:pt x="2629024" y="903575"/>
                </a:lnTo>
                <a:lnTo>
                  <a:pt x="2646726" y="913102"/>
                </a:lnTo>
                <a:lnTo>
                  <a:pt x="2663193" y="904451"/>
                </a:lnTo>
                <a:lnTo>
                  <a:pt x="2672101" y="875219"/>
                </a:lnTo>
                <a:lnTo>
                  <a:pt x="2696614" y="775232"/>
                </a:lnTo>
                <a:lnTo>
                  <a:pt x="2711697" y="768154"/>
                </a:lnTo>
                <a:lnTo>
                  <a:pt x="2723149" y="773636"/>
                </a:lnTo>
                <a:lnTo>
                  <a:pt x="2746203" y="761908"/>
                </a:lnTo>
                <a:lnTo>
                  <a:pt x="2764467" y="727889"/>
                </a:lnTo>
                <a:lnTo>
                  <a:pt x="2800919" y="700073"/>
                </a:lnTo>
                <a:lnTo>
                  <a:pt x="2825171" y="693018"/>
                </a:lnTo>
                <a:cubicBezTo>
                  <a:pt x="2825171" y="693018"/>
                  <a:pt x="2837260" y="681985"/>
                  <a:pt x="2840329" y="679581"/>
                </a:cubicBezTo>
                <a:cubicBezTo>
                  <a:pt x="2843397" y="677199"/>
                  <a:pt x="2862934" y="674817"/>
                  <a:pt x="2862934" y="674817"/>
                </a:cubicBezTo>
                <a:close/>
                <a:moveTo>
                  <a:pt x="1522398" y="542072"/>
                </a:moveTo>
                <a:cubicBezTo>
                  <a:pt x="1522398" y="542072"/>
                  <a:pt x="1492789" y="604218"/>
                  <a:pt x="1510602" y="610219"/>
                </a:cubicBezTo>
                <a:cubicBezTo>
                  <a:pt x="1528418" y="616217"/>
                  <a:pt x="1546209" y="622236"/>
                  <a:pt x="1546209" y="622236"/>
                </a:cubicBezTo>
                <a:lnTo>
                  <a:pt x="1558002" y="582640"/>
                </a:lnTo>
                <a:close/>
                <a:moveTo>
                  <a:pt x="1763564" y="373851"/>
                </a:moveTo>
                <a:lnTo>
                  <a:pt x="1719390" y="388685"/>
                </a:lnTo>
                <a:lnTo>
                  <a:pt x="1833717" y="549039"/>
                </a:lnTo>
                <a:close/>
                <a:moveTo>
                  <a:pt x="1242578" y="349723"/>
                </a:moveTo>
                <a:lnTo>
                  <a:pt x="1203204" y="355718"/>
                </a:lnTo>
                <a:lnTo>
                  <a:pt x="1204244" y="415857"/>
                </a:lnTo>
                <a:lnTo>
                  <a:pt x="1182684" y="471016"/>
                </a:lnTo>
                <a:lnTo>
                  <a:pt x="1168886" y="375545"/>
                </a:lnTo>
                <a:lnTo>
                  <a:pt x="1162887" y="513122"/>
                </a:lnTo>
                <a:lnTo>
                  <a:pt x="1214527" y="547439"/>
                </a:lnTo>
                <a:lnTo>
                  <a:pt x="1242578" y="413376"/>
                </a:lnTo>
                <a:close/>
                <a:moveTo>
                  <a:pt x="850596" y="318447"/>
                </a:moveTo>
                <a:lnTo>
                  <a:pt x="864397" y="362218"/>
                </a:lnTo>
                <a:lnTo>
                  <a:pt x="911299" y="389817"/>
                </a:lnTo>
                <a:lnTo>
                  <a:pt x="921313" y="468287"/>
                </a:lnTo>
                <a:lnTo>
                  <a:pt x="895741" y="499408"/>
                </a:lnTo>
                <a:lnTo>
                  <a:pt x="895741" y="563065"/>
                </a:lnTo>
                <a:lnTo>
                  <a:pt x="941607" y="508943"/>
                </a:lnTo>
                <a:lnTo>
                  <a:pt x="981452" y="475127"/>
                </a:lnTo>
                <a:lnTo>
                  <a:pt x="957868" y="415954"/>
                </a:lnTo>
                <a:lnTo>
                  <a:pt x="918514" y="346521"/>
                </a:lnTo>
                <a:close/>
                <a:moveTo>
                  <a:pt x="1643938" y="280293"/>
                </a:moveTo>
                <a:lnTo>
                  <a:pt x="1625899" y="452441"/>
                </a:lnTo>
                <a:lnTo>
                  <a:pt x="1664798" y="464461"/>
                </a:lnTo>
                <a:lnTo>
                  <a:pt x="1662541" y="521371"/>
                </a:lnTo>
                <a:lnTo>
                  <a:pt x="1703921" y="509351"/>
                </a:lnTo>
                <a:lnTo>
                  <a:pt x="1665361" y="385330"/>
                </a:lnTo>
                <a:close/>
                <a:moveTo>
                  <a:pt x="1576427" y="237629"/>
                </a:moveTo>
                <a:lnTo>
                  <a:pt x="1537867" y="313083"/>
                </a:lnTo>
                <a:lnTo>
                  <a:pt x="1502756" y="291278"/>
                </a:lnTo>
                <a:lnTo>
                  <a:pt x="1512540" y="407296"/>
                </a:lnTo>
                <a:lnTo>
                  <a:pt x="1530087" y="438641"/>
                </a:lnTo>
                <a:lnTo>
                  <a:pt x="1558158" y="358701"/>
                </a:lnTo>
                <a:lnTo>
                  <a:pt x="1582199" y="453384"/>
                </a:lnTo>
                <a:lnTo>
                  <a:pt x="1600238" y="337366"/>
                </a:lnTo>
                <a:close/>
                <a:moveTo>
                  <a:pt x="921223" y="125061"/>
                </a:moveTo>
                <a:lnTo>
                  <a:pt x="909457" y="212787"/>
                </a:lnTo>
                <a:lnTo>
                  <a:pt x="864619" y="144288"/>
                </a:lnTo>
                <a:lnTo>
                  <a:pt x="831023" y="191700"/>
                </a:lnTo>
                <a:lnTo>
                  <a:pt x="842816" y="259584"/>
                </a:lnTo>
                <a:lnTo>
                  <a:pt x="907754" y="281393"/>
                </a:lnTo>
                <a:lnTo>
                  <a:pt x="949368" y="352365"/>
                </a:lnTo>
                <a:lnTo>
                  <a:pt x="998268" y="397754"/>
                </a:lnTo>
                <a:lnTo>
                  <a:pt x="1048150" y="480967"/>
                </a:lnTo>
                <a:lnTo>
                  <a:pt x="1101793" y="515035"/>
                </a:lnTo>
                <a:lnTo>
                  <a:pt x="1114045" y="466686"/>
                </a:lnTo>
                <a:lnTo>
                  <a:pt x="1114045" y="381234"/>
                </a:lnTo>
                <a:lnTo>
                  <a:pt x="1084707" y="393024"/>
                </a:lnTo>
                <a:lnTo>
                  <a:pt x="1045831" y="387246"/>
                </a:lnTo>
                <a:lnTo>
                  <a:pt x="1045831" y="327577"/>
                </a:lnTo>
                <a:lnTo>
                  <a:pt x="1016245" y="272204"/>
                </a:lnTo>
                <a:lnTo>
                  <a:pt x="986881" y="342111"/>
                </a:lnTo>
                <a:lnTo>
                  <a:pt x="952814" y="306272"/>
                </a:lnTo>
                <a:lnTo>
                  <a:pt x="958828" y="222320"/>
                </a:lnTo>
                <a:close/>
                <a:moveTo>
                  <a:pt x="1203207" y="111418"/>
                </a:moveTo>
                <a:lnTo>
                  <a:pt x="1187421" y="143512"/>
                </a:lnTo>
                <a:lnTo>
                  <a:pt x="1215249" y="204912"/>
                </a:lnTo>
                <a:cubicBezTo>
                  <a:pt x="1215249" y="204912"/>
                  <a:pt x="1221246" y="232743"/>
                  <a:pt x="1221246" y="276591"/>
                </a:cubicBezTo>
                <a:cubicBezTo>
                  <a:pt x="1221246" y="320460"/>
                  <a:pt x="1273129" y="318687"/>
                  <a:pt x="1273129" y="330461"/>
                </a:cubicBezTo>
                <a:cubicBezTo>
                  <a:pt x="1273129" y="342234"/>
                  <a:pt x="1290922" y="366320"/>
                  <a:pt x="1290922" y="378094"/>
                </a:cubicBezTo>
                <a:cubicBezTo>
                  <a:pt x="1290922" y="389868"/>
                  <a:pt x="1284904" y="430210"/>
                  <a:pt x="1284904" y="430210"/>
                </a:cubicBezTo>
                <a:lnTo>
                  <a:pt x="1249074" y="506133"/>
                </a:lnTo>
                <a:lnTo>
                  <a:pt x="1266867" y="541734"/>
                </a:lnTo>
                <a:lnTo>
                  <a:pt x="1298706" y="500356"/>
                </a:lnTo>
                <a:lnTo>
                  <a:pt x="1334783" y="430450"/>
                </a:lnTo>
                <a:lnTo>
                  <a:pt x="1334783" y="350761"/>
                </a:lnTo>
                <a:lnTo>
                  <a:pt x="1298706" y="280835"/>
                </a:lnTo>
                <a:lnTo>
                  <a:pt x="1270625" y="218937"/>
                </a:lnTo>
                <a:close/>
                <a:moveTo>
                  <a:pt x="1022175" y="63252"/>
                </a:moveTo>
                <a:lnTo>
                  <a:pt x="1003663" y="126909"/>
                </a:lnTo>
                <a:lnTo>
                  <a:pt x="1035006" y="162270"/>
                </a:lnTo>
                <a:lnTo>
                  <a:pt x="1016970" y="220155"/>
                </a:lnTo>
                <a:lnTo>
                  <a:pt x="1053046" y="288049"/>
                </a:lnTo>
                <a:lnTo>
                  <a:pt x="1097132" y="339689"/>
                </a:lnTo>
                <a:lnTo>
                  <a:pt x="1091359" y="247978"/>
                </a:lnTo>
                <a:lnTo>
                  <a:pt x="1057758" y="220399"/>
                </a:lnTo>
                <a:lnTo>
                  <a:pt x="1063782" y="158725"/>
                </a:lnTo>
                <a:close/>
                <a:moveTo>
                  <a:pt x="1176327" y="0"/>
                </a:moveTo>
                <a:lnTo>
                  <a:pt x="1262361" y="41857"/>
                </a:lnTo>
                <a:lnTo>
                  <a:pt x="1339216" y="111013"/>
                </a:lnTo>
                <a:lnTo>
                  <a:pt x="1436753" y="135085"/>
                </a:lnTo>
                <a:lnTo>
                  <a:pt x="1464534" y="275154"/>
                </a:lnTo>
                <a:lnTo>
                  <a:pt x="1502228" y="269151"/>
                </a:lnTo>
                <a:lnTo>
                  <a:pt x="1573576" y="217495"/>
                </a:lnTo>
                <a:lnTo>
                  <a:pt x="1671969" y="273172"/>
                </a:lnTo>
                <a:lnTo>
                  <a:pt x="1713580" y="360113"/>
                </a:lnTo>
                <a:lnTo>
                  <a:pt x="1773424" y="354166"/>
                </a:lnTo>
                <a:lnTo>
                  <a:pt x="1865454" y="557388"/>
                </a:lnTo>
                <a:lnTo>
                  <a:pt x="1904494" y="584972"/>
                </a:lnTo>
                <a:lnTo>
                  <a:pt x="1946349" y="652146"/>
                </a:lnTo>
                <a:lnTo>
                  <a:pt x="2036054" y="646142"/>
                </a:lnTo>
                <a:lnTo>
                  <a:pt x="2098957" y="701309"/>
                </a:lnTo>
                <a:lnTo>
                  <a:pt x="2186949" y="719320"/>
                </a:lnTo>
                <a:lnTo>
                  <a:pt x="2238349" y="776979"/>
                </a:lnTo>
                <a:lnTo>
                  <a:pt x="2334051" y="788987"/>
                </a:lnTo>
                <a:lnTo>
                  <a:pt x="2391815" y="812379"/>
                </a:lnTo>
                <a:lnTo>
                  <a:pt x="2423145" y="800541"/>
                </a:lnTo>
                <a:lnTo>
                  <a:pt x="2498777" y="824613"/>
                </a:lnTo>
                <a:cubicBezTo>
                  <a:pt x="2498777" y="824613"/>
                  <a:pt x="2558499" y="884255"/>
                  <a:pt x="2570002" y="923166"/>
                </a:cubicBezTo>
                <a:lnTo>
                  <a:pt x="2575425" y="938487"/>
                </a:lnTo>
                <a:lnTo>
                  <a:pt x="2562781" y="958760"/>
                </a:lnTo>
                <a:lnTo>
                  <a:pt x="2505931" y="1089665"/>
                </a:lnTo>
                <a:lnTo>
                  <a:pt x="2504413" y="1106949"/>
                </a:lnTo>
                <a:lnTo>
                  <a:pt x="2503765" y="1107474"/>
                </a:lnTo>
                <a:lnTo>
                  <a:pt x="2504356" y="1107591"/>
                </a:lnTo>
                <a:lnTo>
                  <a:pt x="2503199" y="1120762"/>
                </a:lnTo>
                <a:lnTo>
                  <a:pt x="2552685" y="1129480"/>
                </a:lnTo>
                <a:lnTo>
                  <a:pt x="2092501" y="1129480"/>
                </a:lnTo>
                <a:lnTo>
                  <a:pt x="2092501" y="1112551"/>
                </a:lnTo>
                <a:lnTo>
                  <a:pt x="2156145" y="1068790"/>
                </a:lnTo>
                <a:lnTo>
                  <a:pt x="2117648" y="993236"/>
                </a:lnTo>
                <a:lnTo>
                  <a:pt x="2011266" y="893429"/>
                </a:lnTo>
                <a:lnTo>
                  <a:pt x="2041200" y="1013236"/>
                </a:lnTo>
                <a:lnTo>
                  <a:pt x="2068194" y="1036529"/>
                </a:lnTo>
                <a:lnTo>
                  <a:pt x="2038303" y="1076063"/>
                </a:lnTo>
                <a:lnTo>
                  <a:pt x="2000310" y="1067807"/>
                </a:lnTo>
                <a:lnTo>
                  <a:pt x="1955683" y="1034048"/>
                </a:lnTo>
                <a:lnTo>
                  <a:pt x="1911057" y="1058053"/>
                </a:lnTo>
                <a:lnTo>
                  <a:pt x="1892081" y="1082058"/>
                </a:lnTo>
                <a:lnTo>
                  <a:pt x="1789435" y="1084073"/>
                </a:lnTo>
                <a:cubicBezTo>
                  <a:pt x="1789435" y="1084073"/>
                  <a:pt x="1774994" y="1043802"/>
                  <a:pt x="1793718" y="1032278"/>
                </a:cubicBezTo>
                <a:cubicBezTo>
                  <a:pt x="1812442" y="1020754"/>
                  <a:pt x="1849050" y="1009010"/>
                  <a:pt x="1865884" y="1009010"/>
                </a:cubicBezTo>
                <a:cubicBezTo>
                  <a:pt x="1882761" y="1009010"/>
                  <a:pt x="1908412" y="980975"/>
                  <a:pt x="1908412" y="980975"/>
                </a:cubicBezTo>
                <a:lnTo>
                  <a:pt x="1901989" y="935200"/>
                </a:lnTo>
                <a:lnTo>
                  <a:pt x="1792962" y="923209"/>
                </a:lnTo>
                <a:lnTo>
                  <a:pt x="1786539" y="877188"/>
                </a:lnTo>
                <a:lnTo>
                  <a:pt x="1711979" y="853428"/>
                </a:lnTo>
                <a:cubicBezTo>
                  <a:pt x="1711979" y="853428"/>
                  <a:pt x="1718109" y="872716"/>
                  <a:pt x="1724280" y="882717"/>
                </a:cubicBezTo>
                <a:cubicBezTo>
                  <a:pt x="1730451" y="892717"/>
                  <a:pt x="1749427" y="976257"/>
                  <a:pt x="1749427" y="976257"/>
                </a:cubicBezTo>
                <a:lnTo>
                  <a:pt x="1730157" y="1059576"/>
                </a:lnTo>
                <a:lnTo>
                  <a:pt x="1674574" y="1087095"/>
                </a:lnTo>
                <a:cubicBezTo>
                  <a:pt x="1674574" y="1087095"/>
                  <a:pt x="1649175" y="1086407"/>
                  <a:pt x="1649175" y="1057095"/>
                </a:cubicBezTo>
                <a:cubicBezTo>
                  <a:pt x="1649175" y="1027806"/>
                  <a:pt x="1649175" y="1009796"/>
                  <a:pt x="1649175" y="1009796"/>
                </a:cubicBezTo>
                <a:cubicBezTo>
                  <a:pt x="1649175" y="1009796"/>
                  <a:pt x="1616849" y="992032"/>
                  <a:pt x="1591450" y="992032"/>
                </a:cubicBezTo>
                <a:cubicBezTo>
                  <a:pt x="1591450" y="992032"/>
                  <a:pt x="1553499" y="948025"/>
                  <a:pt x="1547075" y="932251"/>
                </a:cubicBezTo>
                <a:cubicBezTo>
                  <a:pt x="1540695" y="916477"/>
                  <a:pt x="1529737" y="894240"/>
                  <a:pt x="1510761" y="870480"/>
                </a:cubicBezTo>
                <a:cubicBezTo>
                  <a:pt x="1491786" y="846696"/>
                  <a:pt x="1472516" y="822469"/>
                  <a:pt x="1472516" y="810700"/>
                </a:cubicBezTo>
                <a:cubicBezTo>
                  <a:pt x="1472516" y="798906"/>
                  <a:pt x="1472768" y="739396"/>
                  <a:pt x="1453792" y="739396"/>
                </a:cubicBezTo>
                <a:cubicBezTo>
                  <a:pt x="1434817" y="739396"/>
                  <a:pt x="1374951" y="761387"/>
                  <a:pt x="1374951" y="761387"/>
                </a:cubicBezTo>
                <a:lnTo>
                  <a:pt x="1340778" y="805393"/>
                </a:lnTo>
                <a:lnTo>
                  <a:pt x="1300644" y="792689"/>
                </a:lnTo>
                <a:lnTo>
                  <a:pt x="1249342" y="659123"/>
                </a:lnTo>
                <a:lnTo>
                  <a:pt x="1262608" y="930261"/>
                </a:lnTo>
                <a:lnTo>
                  <a:pt x="1262383" y="1129480"/>
                </a:lnTo>
                <a:lnTo>
                  <a:pt x="1223094" y="1129480"/>
                </a:lnTo>
                <a:lnTo>
                  <a:pt x="1223094" y="1113653"/>
                </a:lnTo>
                <a:cubicBezTo>
                  <a:pt x="1223094" y="1070321"/>
                  <a:pt x="1223094" y="982552"/>
                  <a:pt x="1223094" y="973728"/>
                </a:cubicBezTo>
                <a:cubicBezTo>
                  <a:pt x="1223094" y="961920"/>
                  <a:pt x="1201044" y="849703"/>
                  <a:pt x="1201044" y="849703"/>
                </a:cubicBezTo>
                <a:lnTo>
                  <a:pt x="1197030" y="685573"/>
                </a:lnTo>
                <a:lnTo>
                  <a:pt x="1171191" y="713153"/>
                </a:lnTo>
                <a:lnTo>
                  <a:pt x="1118045" y="689326"/>
                </a:lnTo>
                <a:cubicBezTo>
                  <a:pt x="1118045" y="689326"/>
                  <a:pt x="1064163" y="713153"/>
                  <a:pt x="1064163" y="724708"/>
                </a:cubicBezTo>
                <a:cubicBezTo>
                  <a:pt x="1064163" y="736263"/>
                  <a:pt x="1104306" y="758782"/>
                  <a:pt x="1125847" y="762788"/>
                </a:cubicBezTo>
                <a:cubicBezTo>
                  <a:pt x="1147388" y="766794"/>
                  <a:pt x="1104306" y="800152"/>
                  <a:pt x="1104306" y="800152"/>
                </a:cubicBezTo>
                <a:cubicBezTo>
                  <a:pt x="1104306" y="800152"/>
                  <a:pt x="1076432" y="812171"/>
                  <a:pt x="1076432" y="823726"/>
                </a:cubicBezTo>
                <a:cubicBezTo>
                  <a:pt x="1076432" y="835281"/>
                  <a:pt x="1130313" y="889639"/>
                  <a:pt x="1130313" y="889639"/>
                </a:cubicBezTo>
                <a:lnTo>
                  <a:pt x="1130313" y="941256"/>
                </a:lnTo>
                <a:lnTo>
                  <a:pt x="1080672" y="945262"/>
                </a:lnTo>
                <a:lnTo>
                  <a:pt x="1062636" y="887362"/>
                </a:lnTo>
                <a:lnTo>
                  <a:pt x="1038607" y="843757"/>
                </a:lnTo>
                <a:cubicBezTo>
                  <a:pt x="1038607" y="843757"/>
                  <a:pt x="1044600" y="788344"/>
                  <a:pt x="1044600" y="776578"/>
                </a:cubicBezTo>
                <a:cubicBezTo>
                  <a:pt x="1044600" y="764770"/>
                  <a:pt x="1032614" y="712900"/>
                  <a:pt x="1032614" y="712900"/>
                </a:cubicBezTo>
                <a:cubicBezTo>
                  <a:pt x="1032614" y="712900"/>
                  <a:pt x="1060657" y="669295"/>
                  <a:pt x="1066424" y="651752"/>
                </a:cubicBezTo>
                <a:cubicBezTo>
                  <a:pt x="1072191" y="634166"/>
                  <a:pt x="1042395" y="566018"/>
                  <a:pt x="1042395" y="566018"/>
                </a:cubicBezTo>
                <a:lnTo>
                  <a:pt x="988513" y="524184"/>
                </a:lnTo>
                <a:lnTo>
                  <a:pt x="924624" y="577572"/>
                </a:lnTo>
                <a:lnTo>
                  <a:pt x="908793" y="619407"/>
                </a:lnTo>
                <a:lnTo>
                  <a:pt x="869216" y="657276"/>
                </a:lnTo>
                <a:lnTo>
                  <a:pt x="837158" y="727449"/>
                </a:lnTo>
                <a:lnTo>
                  <a:pt x="837158" y="775060"/>
                </a:lnTo>
                <a:lnTo>
                  <a:pt x="739402" y="820900"/>
                </a:lnTo>
                <a:lnTo>
                  <a:pt x="745395" y="746974"/>
                </a:lnTo>
                <a:lnTo>
                  <a:pt x="761452" y="677814"/>
                </a:lnTo>
                <a:lnTo>
                  <a:pt x="822854" y="552481"/>
                </a:lnTo>
                <a:lnTo>
                  <a:pt x="852933" y="462783"/>
                </a:lnTo>
                <a:lnTo>
                  <a:pt x="837158" y="413148"/>
                </a:lnTo>
                <a:lnTo>
                  <a:pt x="797524" y="479061"/>
                </a:lnTo>
                <a:lnTo>
                  <a:pt x="768181" y="491080"/>
                </a:lnTo>
                <a:lnTo>
                  <a:pt x="762413" y="443174"/>
                </a:lnTo>
                <a:lnTo>
                  <a:pt x="802274" y="405599"/>
                </a:lnTo>
                <a:lnTo>
                  <a:pt x="814260" y="359717"/>
                </a:lnTo>
                <a:lnTo>
                  <a:pt x="786669" y="343945"/>
                </a:lnTo>
                <a:lnTo>
                  <a:pt x="822062" y="289039"/>
                </a:lnTo>
                <a:lnTo>
                  <a:pt x="776209" y="294774"/>
                </a:lnTo>
                <a:lnTo>
                  <a:pt x="746865" y="282755"/>
                </a:lnTo>
                <a:lnTo>
                  <a:pt x="722779" y="324631"/>
                </a:lnTo>
                <a:lnTo>
                  <a:pt x="694962" y="346644"/>
                </a:lnTo>
                <a:lnTo>
                  <a:pt x="671159" y="329101"/>
                </a:lnTo>
                <a:lnTo>
                  <a:pt x="683202" y="277947"/>
                </a:lnTo>
                <a:cubicBezTo>
                  <a:pt x="683202" y="277947"/>
                  <a:pt x="667654" y="277947"/>
                  <a:pt x="633787" y="303545"/>
                </a:cubicBezTo>
                <a:cubicBezTo>
                  <a:pt x="599977" y="329143"/>
                  <a:pt x="561869" y="567156"/>
                  <a:pt x="561869" y="567156"/>
                </a:cubicBezTo>
                <a:lnTo>
                  <a:pt x="667880" y="573187"/>
                </a:lnTo>
                <a:cubicBezTo>
                  <a:pt x="667880" y="573187"/>
                  <a:pt x="755798" y="579175"/>
                  <a:pt x="771629" y="579175"/>
                </a:cubicBezTo>
                <a:cubicBezTo>
                  <a:pt x="787460" y="579175"/>
                  <a:pt x="765863" y="613249"/>
                  <a:pt x="765863" y="613249"/>
                </a:cubicBezTo>
                <a:lnTo>
                  <a:pt x="701973" y="702484"/>
                </a:lnTo>
                <a:cubicBezTo>
                  <a:pt x="701973" y="702484"/>
                  <a:pt x="650070" y="746341"/>
                  <a:pt x="644303" y="757896"/>
                </a:cubicBezTo>
                <a:cubicBezTo>
                  <a:pt x="638536" y="769451"/>
                  <a:pt x="616486" y="781934"/>
                  <a:pt x="616486" y="781934"/>
                </a:cubicBezTo>
                <a:lnTo>
                  <a:pt x="565092" y="813773"/>
                </a:lnTo>
                <a:lnTo>
                  <a:pt x="493174" y="917008"/>
                </a:lnTo>
                <a:cubicBezTo>
                  <a:pt x="493174" y="917008"/>
                  <a:pt x="473386" y="904989"/>
                  <a:pt x="473386" y="881457"/>
                </a:cubicBezTo>
                <a:cubicBezTo>
                  <a:pt x="473386" y="857884"/>
                  <a:pt x="497415" y="827816"/>
                  <a:pt x="507422" y="812002"/>
                </a:cubicBezTo>
                <a:cubicBezTo>
                  <a:pt x="517430" y="796230"/>
                  <a:pt x="595623" y="717792"/>
                  <a:pt x="595623" y="706237"/>
                </a:cubicBezTo>
                <a:cubicBezTo>
                  <a:pt x="595623" y="694724"/>
                  <a:pt x="529981" y="676422"/>
                  <a:pt x="529981" y="676422"/>
                </a:cubicBezTo>
                <a:lnTo>
                  <a:pt x="516412" y="723105"/>
                </a:lnTo>
                <a:lnTo>
                  <a:pt x="492383" y="780500"/>
                </a:lnTo>
                <a:lnTo>
                  <a:pt x="440706" y="748914"/>
                </a:lnTo>
                <a:lnTo>
                  <a:pt x="385354" y="754903"/>
                </a:lnTo>
                <a:lnTo>
                  <a:pt x="374329" y="846413"/>
                </a:lnTo>
                <a:lnTo>
                  <a:pt x="324687" y="850420"/>
                </a:lnTo>
                <a:cubicBezTo>
                  <a:pt x="324687" y="850420"/>
                  <a:pt x="312701" y="797031"/>
                  <a:pt x="318695" y="781217"/>
                </a:cubicBezTo>
                <a:cubicBezTo>
                  <a:pt x="324687" y="765403"/>
                  <a:pt x="386598" y="694007"/>
                  <a:pt x="386598" y="694007"/>
                </a:cubicBezTo>
                <a:lnTo>
                  <a:pt x="368562" y="642347"/>
                </a:lnTo>
                <a:lnTo>
                  <a:pt x="345212" y="676211"/>
                </a:lnTo>
                <a:lnTo>
                  <a:pt x="309648" y="654408"/>
                </a:lnTo>
                <a:lnTo>
                  <a:pt x="285619" y="700248"/>
                </a:lnTo>
                <a:lnTo>
                  <a:pt x="258254" y="682705"/>
                </a:lnTo>
                <a:cubicBezTo>
                  <a:pt x="258254" y="682705"/>
                  <a:pt x="222634" y="732805"/>
                  <a:pt x="216642" y="744570"/>
                </a:cubicBezTo>
                <a:cubicBezTo>
                  <a:pt x="210592" y="756378"/>
                  <a:pt x="177064" y="814743"/>
                  <a:pt x="177064" y="814743"/>
                </a:cubicBezTo>
                <a:lnTo>
                  <a:pt x="44988" y="1002657"/>
                </a:lnTo>
                <a:cubicBezTo>
                  <a:pt x="44988" y="1002657"/>
                  <a:pt x="113118" y="948763"/>
                  <a:pt x="124935" y="936997"/>
                </a:cubicBezTo>
                <a:cubicBezTo>
                  <a:pt x="136695" y="925231"/>
                  <a:pt x="224670" y="828997"/>
                  <a:pt x="224670" y="828997"/>
                </a:cubicBezTo>
                <a:lnTo>
                  <a:pt x="262268" y="856830"/>
                </a:lnTo>
                <a:lnTo>
                  <a:pt x="214606" y="944798"/>
                </a:lnTo>
                <a:cubicBezTo>
                  <a:pt x="214606" y="944798"/>
                  <a:pt x="136695" y="1018724"/>
                  <a:pt x="107860" y="1030237"/>
                </a:cubicBezTo>
                <a:cubicBezTo>
                  <a:pt x="86192" y="1038903"/>
                  <a:pt x="37395" y="1068539"/>
                  <a:pt x="14350" y="1082815"/>
                </a:cubicBezTo>
                <a:lnTo>
                  <a:pt x="3969" y="1089302"/>
                </a:lnTo>
                <a:lnTo>
                  <a:pt x="8934" y="1045733"/>
                </a:lnTo>
                <a:lnTo>
                  <a:pt x="194831" y="715752"/>
                </a:lnTo>
                <a:lnTo>
                  <a:pt x="236440" y="664324"/>
                </a:lnTo>
                <a:lnTo>
                  <a:pt x="272543" y="620485"/>
                </a:lnTo>
                <a:lnTo>
                  <a:pt x="300323" y="592675"/>
                </a:lnTo>
                <a:lnTo>
                  <a:pt x="369836" y="576646"/>
                </a:lnTo>
                <a:lnTo>
                  <a:pt x="411445" y="576646"/>
                </a:lnTo>
                <a:lnTo>
                  <a:pt x="469331" y="600661"/>
                </a:lnTo>
                <a:lnTo>
                  <a:pt x="523179" y="578855"/>
                </a:lnTo>
                <a:lnTo>
                  <a:pt x="552306" y="505167"/>
                </a:lnTo>
                <a:lnTo>
                  <a:pt x="632466" y="253122"/>
                </a:lnTo>
                <a:lnTo>
                  <a:pt x="681785" y="235280"/>
                </a:lnTo>
                <a:lnTo>
                  <a:pt x="719233" y="249100"/>
                </a:lnTo>
                <a:lnTo>
                  <a:pt x="794620" y="219535"/>
                </a:lnTo>
                <a:lnTo>
                  <a:pt x="854342" y="133782"/>
                </a:lnTo>
                <a:lnTo>
                  <a:pt x="973541" y="63662"/>
                </a:lnTo>
                <a:lnTo>
                  <a:pt x="1052844" y="45878"/>
                </a:lnTo>
                <a:cubicBezTo>
                  <a:pt x="1052844" y="45878"/>
                  <a:pt x="1092373" y="18068"/>
                  <a:pt x="1102408" y="12008"/>
                </a:cubicBezTo>
                <a:cubicBezTo>
                  <a:pt x="1112444" y="6004"/>
                  <a:pt x="1176327" y="0"/>
                  <a:pt x="1176327" y="0"/>
                </a:cubicBezTo>
                <a:close/>
              </a:path>
            </a:pathLst>
          </a:custGeom>
          <a:solidFill>
            <a:srgbClr val="9BBB59"/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txBody>
          <a:bodyPr wrap="square" anchor="ctr">
            <a:noAutofit/>
          </a:bodyPr>
          <a:p>
            <a:pPr algn="ctr"/>
            <a:endParaRPr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任意多边形: 形状 78"/>
          <p:cNvSpPr/>
          <p:nvPr>
            <p:custDataLst>
              <p:tags r:id="rId4"/>
            </p:custDataLst>
          </p:nvPr>
        </p:nvSpPr>
        <p:spPr>
          <a:xfrm rot="10800000" flipH="1">
            <a:off x="3215897" y="3530863"/>
            <a:ext cx="2830223" cy="1408528"/>
          </a:xfrm>
          <a:custGeom>
            <a:avLst/>
            <a:gdLst>
              <a:gd name="connsiteX0" fmla="*/ 1096783 w 3309297"/>
              <a:gd name="connsiteY0" fmla="*/ 486723 h 1646950"/>
              <a:gd name="connsiteX1" fmla="*/ 1052702 w 3309297"/>
              <a:gd name="connsiteY1" fmla="*/ 410171 h 1646950"/>
              <a:gd name="connsiteX2" fmla="*/ 1016630 w 3309297"/>
              <a:gd name="connsiteY2" fmla="*/ 309525 h 1646950"/>
              <a:gd name="connsiteX3" fmla="*/ 1034664 w 3309297"/>
              <a:gd name="connsiteY3" fmla="*/ 223715 h 1646950"/>
              <a:gd name="connsiteX4" fmla="*/ 1003326 w 3309297"/>
              <a:gd name="connsiteY4" fmla="*/ 171295 h 1646950"/>
              <a:gd name="connsiteX5" fmla="*/ 1021836 w 3309297"/>
              <a:gd name="connsiteY5" fmla="*/ 76928 h 1646950"/>
              <a:gd name="connsiteX6" fmla="*/ 1063437 w 3309297"/>
              <a:gd name="connsiteY6" fmla="*/ 218459 h 1646950"/>
              <a:gd name="connsiteX7" fmla="*/ 1057414 w 3309297"/>
              <a:gd name="connsiteY7" fmla="*/ 309885 h 1646950"/>
              <a:gd name="connsiteX8" fmla="*/ 1091011 w 3309297"/>
              <a:gd name="connsiteY8" fmla="*/ 350770 h 1646950"/>
              <a:gd name="connsiteX9" fmla="*/ 1581786 w 3309297"/>
              <a:gd name="connsiteY9" fmla="*/ 655267 h 1646950"/>
              <a:gd name="connsiteX10" fmla="*/ 1557748 w 3309297"/>
              <a:gd name="connsiteY10" fmla="*/ 514907 h 1646950"/>
              <a:gd name="connsiteX11" fmla="*/ 1529680 w 3309297"/>
              <a:gd name="connsiteY11" fmla="*/ 633412 h 1646950"/>
              <a:gd name="connsiteX12" fmla="*/ 1512140 w 3309297"/>
              <a:gd name="connsiteY12" fmla="*/ 586946 h 1646950"/>
              <a:gd name="connsiteX13" fmla="*/ 1502353 w 3309297"/>
              <a:gd name="connsiteY13" fmla="*/ 414958 h 1646950"/>
              <a:gd name="connsiteX14" fmla="*/ 1537459 w 3309297"/>
              <a:gd name="connsiteY14" fmla="*/ 447282 h 1646950"/>
              <a:gd name="connsiteX15" fmla="*/ 1576014 w 3309297"/>
              <a:gd name="connsiteY15" fmla="*/ 335427 h 1646950"/>
              <a:gd name="connsiteX16" fmla="*/ 1599822 w 3309297"/>
              <a:gd name="connsiteY16" fmla="*/ 483279 h 1646950"/>
              <a:gd name="connsiteX17" fmla="*/ 1101442 w 3309297"/>
              <a:gd name="connsiteY17" fmla="*/ 746660 h 1646950"/>
              <a:gd name="connsiteX18" fmla="*/ 1047807 w 3309297"/>
              <a:gd name="connsiteY18" fmla="*/ 696156 h 1646950"/>
              <a:gd name="connsiteX19" fmla="*/ 997931 w 3309297"/>
              <a:gd name="connsiteY19" fmla="*/ 572801 h 1646950"/>
              <a:gd name="connsiteX20" fmla="*/ 949037 w 3309297"/>
              <a:gd name="connsiteY20" fmla="*/ 505515 h 1646950"/>
              <a:gd name="connsiteX21" fmla="*/ 907428 w 3309297"/>
              <a:gd name="connsiteY21" fmla="*/ 400305 h 1646950"/>
              <a:gd name="connsiteX22" fmla="*/ 842499 w 3309297"/>
              <a:gd name="connsiteY22" fmla="*/ 367974 h 1646950"/>
              <a:gd name="connsiteX23" fmla="*/ 830708 w 3309297"/>
              <a:gd name="connsiteY23" fmla="*/ 267341 h 1646950"/>
              <a:gd name="connsiteX24" fmla="*/ 864299 w 3309297"/>
              <a:gd name="connsiteY24" fmla="*/ 197058 h 1646950"/>
              <a:gd name="connsiteX25" fmla="*/ 909131 w 3309297"/>
              <a:gd name="connsiteY25" fmla="*/ 298602 h 1646950"/>
              <a:gd name="connsiteX26" fmla="*/ 920896 w 3309297"/>
              <a:gd name="connsiteY26" fmla="*/ 168555 h 1646950"/>
              <a:gd name="connsiteX27" fmla="*/ 958496 w 3309297"/>
              <a:gd name="connsiteY27" fmla="*/ 312733 h 1646950"/>
              <a:gd name="connsiteX28" fmla="*/ 952483 w 3309297"/>
              <a:gd name="connsiteY28" fmla="*/ 437186 h 1646950"/>
              <a:gd name="connsiteX29" fmla="*/ 986545 w 3309297"/>
              <a:gd name="connsiteY29" fmla="*/ 490313 h 1646950"/>
              <a:gd name="connsiteX30" fmla="*/ 1015906 w 3309297"/>
              <a:gd name="connsiteY30" fmla="*/ 386683 h 1646950"/>
              <a:gd name="connsiteX31" fmla="*/ 1045488 w 3309297"/>
              <a:gd name="connsiteY31" fmla="*/ 468768 h 1646950"/>
              <a:gd name="connsiteX32" fmla="*/ 1045488 w 3309297"/>
              <a:gd name="connsiteY32" fmla="*/ 557224 h 1646950"/>
              <a:gd name="connsiteX33" fmla="*/ 1084358 w 3309297"/>
              <a:gd name="connsiteY33" fmla="*/ 565788 h 1646950"/>
              <a:gd name="connsiteX34" fmla="*/ 1113692 w 3309297"/>
              <a:gd name="connsiteY34" fmla="*/ 548311 h 1646950"/>
              <a:gd name="connsiteX35" fmla="*/ 1113692 w 3309297"/>
              <a:gd name="connsiteY35" fmla="*/ 674986 h 1646950"/>
              <a:gd name="connsiteX36" fmla="*/ 1662116 w 3309297"/>
              <a:gd name="connsiteY36" fmla="*/ 756053 h 1646950"/>
              <a:gd name="connsiteX37" fmla="*/ 1664374 w 3309297"/>
              <a:gd name="connsiteY37" fmla="*/ 671688 h 1646950"/>
              <a:gd name="connsiteX38" fmla="*/ 1625479 w 3309297"/>
              <a:gd name="connsiteY38" fmla="*/ 653868 h 1646950"/>
              <a:gd name="connsiteX39" fmla="*/ 1643516 w 3309297"/>
              <a:gd name="connsiteY39" fmla="*/ 398673 h 1646950"/>
              <a:gd name="connsiteX40" fmla="*/ 1664937 w 3309297"/>
              <a:gd name="connsiteY40" fmla="*/ 554381 h 1646950"/>
              <a:gd name="connsiteX41" fmla="*/ 1703492 w 3309297"/>
              <a:gd name="connsiteY41" fmla="*/ 738234 h 1646950"/>
              <a:gd name="connsiteX42" fmla="*/ 1266487 w 3309297"/>
              <a:gd name="connsiteY42" fmla="*/ 786239 h 1646950"/>
              <a:gd name="connsiteX43" fmla="*/ 1248704 w 3309297"/>
              <a:gd name="connsiteY43" fmla="*/ 733464 h 1646950"/>
              <a:gd name="connsiteX44" fmla="*/ 1284530 w 3309297"/>
              <a:gd name="connsiteY44" fmla="*/ 620914 h 1646950"/>
              <a:gd name="connsiteX45" fmla="*/ 1290547 w 3309297"/>
              <a:gd name="connsiteY45" fmla="*/ 543657 h 1646950"/>
              <a:gd name="connsiteX46" fmla="*/ 1272757 w 3309297"/>
              <a:gd name="connsiteY46" fmla="*/ 473044 h 1646950"/>
              <a:gd name="connsiteX47" fmla="*/ 1220879 w 3309297"/>
              <a:gd name="connsiteY47" fmla="*/ 393187 h 1646950"/>
              <a:gd name="connsiteX48" fmla="*/ 1214883 w 3309297"/>
              <a:gd name="connsiteY48" fmla="*/ 286928 h 1646950"/>
              <a:gd name="connsiteX49" fmla="*/ 1187059 w 3309297"/>
              <a:gd name="connsiteY49" fmla="*/ 195908 h 1646950"/>
              <a:gd name="connsiteX50" fmla="*/ 1202843 w 3309297"/>
              <a:gd name="connsiteY50" fmla="*/ 148331 h 1646950"/>
              <a:gd name="connsiteX51" fmla="*/ 1270253 w 3309297"/>
              <a:gd name="connsiteY51" fmla="*/ 307719 h 1646950"/>
              <a:gd name="connsiteX52" fmla="*/ 1298330 w 3309297"/>
              <a:gd name="connsiteY52" fmla="*/ 399478 h 1646950"/>
              <a:gd name="connsiteX53" fmla="*/ 1334402 w 3309297"/>
              <a:gd name="connsiteY53" fmla="*/ 503138 h 1646950"/>
              <a:gd name="connsiteX54" fmla="*/ 1334402 w 3309297"/>
              <a:gd name="connsiteY54" fmla="*/ 621269 h 1646950"/>
              <a:gd name="connsiteX55" fmla="*/ 1298330 w 3309297"/>
              <a:gd name="connsiteY55" fmla="*/ 724899 h 1646950"/>
              <a:gd name="connsiteX56" fmla="*/ 1214161 w 3309297"/>
              <a:gd name="connsiteY56" fmla="*/ 794697 h 1646950"/>
              <a:gd name="connsiteX57" fmla="*/ 1162527 w 3309297"/>
              <a:gd name="connsiteY57" fmla="*/ 743825 h 1646950"/>
              <a:gd name="connsiteX58" fmla="*/ 1168525 w 3309297"/>
              <a:gd name="connsiteY58" fmla="*/ 539878 h 1646950"/>
              <a:gd name="connsiteX59" fmla="*/ 1182322 w 3309297"/>
              <a:gd name="connsiteY59" fmla="*/ 681406 h 1646950"/>
              <a:gd name="connsiteX60" fmla="*/ 1203880 w 3309297"/>
              <a:gd name="connsiteY60" fmla="*/ 599637 h 1646950"/>
              <a:gd name="connsiteX61" fmla="*/ 1202840 w 3309297"/>
              <a:gd name="connsiteY61" fmla="*/ 510486 h 1646950"/>
              <a:gd name="connsiteX62" fmla="*/ 1242208 w 3309297"/>
              <a:gd name="connsiteY62" fmla="*/ 501599 h 1646950"/>
              <a:gd name="connsiteX63" fmla="*/ 1242208 w 3309297"/>
              <a:gd name="connsiteY63" fmla="*/ 595960 h 1646950"/>
              <a:gd name="connsiteX64" fmla="*/ 1833271 w 3309297"/>
              <a:gd name="connsiteY64" fmla="*/ 797070 h 1646950"/>
              <a:gd name="connsiteX65" fmla="*/ 1718958 w 3309297"/>
              <a:gd name="connsiteY65" fmla="*/ 559357 h 1646950"/>
              <a:gd name="connsiteX66" fmla="*/ 1763127 w 3309297"/>
              <a:gd name="connsiteY66" fmla="*/ 537366 h 1646950"/>
              <a:gd name="connsiteX67" fmla="*/ 895418 w 3309297"/>
              <a:gd name="connsiteY67" fmla="*/ 817862 h 1646950"/>
              <a:gd name="connsiteX68" fmla="*/ 895418 w 3309297"/>
              <a:gd name="connsiteY68" fmla="*/ 723494 h 1646950"/>
              <a:gd name="connsiteX69" fmla="*/ 920986 w 3309297"/>
              <a:gd name="connsiteY69" fmla="*/ 677360 h 1646950"/>
              <a:gd name="connsiteX70" fmla="*/ 910973 w 3309297"/>
              <a:gd name="connsiteY70" fmla="*/ 561034 h 1646950"/>
              <a:gd name="connsiteX71" fmla="*/ 864077 w 3309297"/>
              <a:gd name="connsiteY71" fmla="*/ 520120 h 1646950"/>
              <a:gd name="connsiteX72" fmla="*/ 850278 w 3309297"/>
              <a:gd name="connsiteY72" fmla="*/ 455233 h 1646950"/>
              <a:gd name="connsiteX73" fmla="*/ 918187 w 3309297"/>
              <a:gd name="connsiteY73" fmla="*/ 496852 h 1646950"/>
              <a:gd name="connsiteX74" fmla="*/ 957536 w 3309297"/>
              <a:gd name="connsiteY74" fmla="*/ 599781 h 1646950"/>
              <a:gd name="connsiteX75" fmla="*/ 981118 w 3309297"/>
              <a:gd name="connsiteY75" fmla="*/ 687500 h 1646950"/>
              <a:gd name="connsiteX76" fmla="*/ 941278 w 3309297"/>
              <a:gd name="connsiteY76" fmla="*/ 737630 h 1646950"/>
              <a:gd name="connsiteX77" fmla="*/ 1545801 w 3309297"/>
              <a:gd name="connsiteY77" fmla="*/ 905577 h 1646950"/>
              <a:gd name="connsiteX78" fmla="*/ 1510198 w 3309297"/>
              <a:gd name="connsiteY78" fmla="*/ 887763 h 1646950"/>
              <a:gd name="connsiteX79" fmla="*/ 1521993 w 3309297"/>
              <a:gd name="connsiteY79" fmla="*/ 786741 h 1646950"/>
              <a:gd name="connsiteX80" fmla="*/ 1557593 w 3309297"/>
              <a:gd name="connsiteY80" fmla="*/ 846880 h 1646950"/>
              <a:gd name="connsiteX81" fmla="*/ 2837588 w 3309297"/>
              <a:gd name="connsiteY81" fmla="*/ 1181112 h 1646950"/>
              <a:gd name="connsiteX82" fmla="*/ 2824108 w 3309297"/>
              <a:gd name="connsiteY82" fmla="*/ 1150744 h 1646950"/>
              <a:gd name="connsiteX83" fmla="*/ 2813076 w 3309297"/>
              <a:gd name="connsiteY83" fmla="*/ 1110817 h 1646950"/>
              <a:gd name="connsiteX84" fmla="*/ 2818591 w 3309297"/>
              <a:gd name="connsiteY84" fmla="*/ 1076776 h 1646950"/>
              <a:gd name="connsiteX85" fmla="*/ 2809008 w 3309297"/>
              <a:gd name="connsiteY85" fmla="*/ 1055980 h 1646950"/>
              <a:gd name="connsiteX86" fmla="*/ 2814668 w 3309297"/>
              <a:gd name="connsiteY86" fmla="*/ 1018544 h 1646950"/>
              <a:gd name="connsiteX87" fmla="*/ 2827391 w 3309297"/>
              <a:gd name="connsiteY87" fmla="*/ 1074691 h 1646950"/>
              <a:gd name="connsiteX88" fmla="*/ 2825548 w 3309297"/>
              <a:gd name="connsiteY88" fmla="*/ 1110960 h 1646950"/>
              <a:gd name="connsiteX89" fmla="*/ 2835823 w 3309297"/>
              <a:gd name="connsiteY89" fmla="*/ 1127179 h 1646950"/>
              <a:gd name="connsiteX90" fmla="*/ 2985908 w 3309297"/>
              <a:gd name="connsiteY90" fmla="*/ 1247975 h 1646950"/>
              <a:gd name="connsiteX91" fmla="*/ 2978556 w 3309297"/>
              <a:gd name="connsiteY91" fmla="*/ 1192294 h 1646950"/>
              <a:gd name="connsiteX92" fmla="*/ 2969973 w 3309297"/>
              <a:gd name="connsiteY92" fmla="*/ 1239305 h 1646950"/>
              <a:gd name="connsiteX93" fmla="*/ 2964608 w 3309297"/>
              <a:gd name="connsiteY93" fmla="*/ 1220871 h 1646950"/>
              <a:gd name="connsiteX94" fmla="*/ 2961616 w 3309297"/>
              <a:gd name="connsiteY94" fmla="*/ 1152643 h 1646950"/>
              <a:gd name="connsiteX95" fmla="*/ 2972352 w 3309297"/>
              <a:gd name="connsiteY95" fmla="*/ 1165466 h 1646950"/>
              <a:gd name="connsiteX96" fmla="*/ 2984142 w 3309297"/>
              <a:gd name="connsiteY96" fmla="*/ 1121093 h 1646950"/>
              <a:gd name="connsiteX97" fmla="*/ 2991423 w 3309297"/>
              <a:gd name="connsiteY97" fmla="*/ 1179746 h 1646950"/>
              <a:gd name="connsiteX98" fmla="*/ 2839017 w 3309297"/>
              <a:gd name="connsiteY98" fmla="*/ 1284231 h 1646950"/>
              <a:gd name="connsiteX99" fmla="*/ 2822610 w 3309297"/>
              <a:gd name="connsiteY99" fmla="*/ 1264196 h 1646950"/>
              <a:gd name="connsiteX100" fmla="*/ 2807357 w 3309297"/>
              <a:gd name="connsiteY100" fmla="*/ 1215260 h 1646950"/>
              <a:gd name="connsiteX101" fmla="*/ 2792406 w 3309297"/>
              <a:gd name="connsiteY101" fmla="*/ 1188567 h 1646950"/>
              <a:gd name="connsiteX102" fmla="*/ 2779681 w 3309297"/>
              <a:gd name="connsiteY102" fmla="*/ 1146830 h 1646950"/>
              <a:gd name="connsiteX103" fmla="*/ 2759825 w 3309297"/>
              <a:gd name="connsiteY103" fmla="*/ 1134004 h 1646950"/>
              <a:gd name="connsiteX104" fmla="*/ 2756219 w 3309297"/>
              <a:gd name="connsiteY104" fmla="*/ 1094083 h 1646950"/>
              <a:gd name="connsiteX105" fmla="*/ 2766492 w 3309297"/>
              <a:gd name="connsiteY105" fmla="*/ 1066201 h 1646950"/>
              <a:gd name="connsiteX106" fmla="*/ 2780202 w 3309297"/>
              <a:gd name="connsiteY106" fmla="*/ 1106484 h 1646950"/>
              <a:gd name="connsiteX107" fmla="*/ 2783800 w 3309297"/>
              <a:gd name="connsiteY107" fmla="*/ 1054893 h 1646950"/>
              <a:gd name="connsiteX108" fmla="*/ 2795302 w 3309297"/>
              <a:gd name="connsiteY108" fmla="*/ 1112090 h 1646950"/>
              <a:gd name="connsiteX109" fmla="*/ 2793459 w 3309297"/>
              <a:gd name="connsiteY109" fmla="*/ 1161461 h 1646950"/>
              <a:gd name="connsiteX110" fmla="*/ 2803876 w 3309297"/>
              <a:gd name="connsiteY110" fmla="*/ 1182537 h 1646950"/>
              <a:gd name="connsiteX111" fmla="*/ 2812854 w 3309297"/>
              <a:gd name="connsiteY111" fmla="*/ 1141426 h 1646950"/>
              <a:gd name="connsiteX112" fmla="*/ 2821901 w 3309297"/>
              <a:gd name="connsiteY112" fmla="*/ 1173990 h 1646950"/>
              <a:gd name="connsiteX113" fmla="*/ 2821901 w 3309297"/>
              <a:gd name="connsiteY113" fmla="*/ 1209081 h 1646950"/>
              <a:gd name="connsiteX114" fmla="*/ 2833788 w 3309297"/>
              <a:gd name="connsiteY114" fmla="*/ 1212478 h 1646950"/>
              <a:gd name="connsiteX115" fmla="*/ 2842759 w 3309297"/>
              <a:gd name="connsiteY115" fmla="*/ 1205545 h 1646950"/>
              <a:gd name="connsiteX116" fmla="*/ 2842759 w 3309297"/>
              <a:gd name="connsiteY116" fmla="*/ 1255798 h 1646950"/>
              <a:gd name="connsiteX117" fmla="*/ 3010474 w 3309297"/>
              <a:gd name="connsiteY117" fmla="*/ 1287957 h 1646950"/>
              <a:gd name="connsiteX118" fmla="*/ 3011164 w 3309297"/>
              <a:gd name="connsiteY118" fmla="*/ 1254490 h 1646950"/>
              <a:gd name="connsiteX119" fmla="*/ 2999270 w 3309297"/>
              <a:gd name="connsiteY119" fmla="*/ 1247420 h 1646950"/>
              <a:gd name="connsiteX120" fmla="*/ 3004786 w 3309297"/>
              <a:gd name="connsiteY120" fmla="*/ 1146182 h 1646950"/>
              <a:gd name="connsiteX121" fmla="*/ 3011337 w 3309297"/>
              <a:gd name="connsiteY121" fmla="*/ 1207953 h 1646950"/>
              <a:gd name="connsiteX122" fmla="*/ 3023127 w 3309297"/>
              <a:gd name="connsiteY122" fmla="*/ 1280889 h 1646950"/>
              <a:gd name="connsiteX123" fmla="*/ 2889486 w 3309297"/>
              <a:gd name="connsiteY123" fmla="*/ 1299932 h 1646950"/>
              <a:gd name="connsiteX124" fmla="*/ 2884048 w 3309297"/>
              <a:gd name="connsiteY124" fmla="*/ 1278996 h 1646950"/>
              <a:gd name="connsiteX125" fmla="*/ 2895004 w 3309297"/>
              <a:gd name="connsiteY125" fmla="*/ 1234347 h 1646950"/>
              <a:gd name="connsiteX126" fmla="*/ 2896844 w 3309297"/>
              <a:gd name="connsiteY126" fmla="*/ 1203698 h 1646950"/>
              <a:gd name="connsiteX127" fmla="*/ 2891403 w 3309297"/>
              <a:gd name="connsiteY127" fmla="*/ 1175686 h 1646950"/>
              <a:gd name="connsiteX128" fmla="*/ 2875538 w 3309297"/>
              <a:gd name="connsiteY128" fmla="*/ 1144006 h 1646950"/>
              <a:gd name="connsiteX129" fmla="*/ 2873705 w 3309297"/>
              <a:gd name="connsiteY129" fmla="*/ 1101853 h 1646950"/>
              <a:gd name="connsiteX130" fmla="*/ 2865196 w 3309297"/>
              <a:gd name="connsiteY130" fmla="*/ 1065744 h 1646950"/>
              <a:gd name="connsiteX131" fmla="*/ 2870022 w 3309297"/>
              <a:gd name="connsiteY131" fmla="*/ 1046870 h 1646950"/>
              <a:gd name="connsiteX132" fmla="*/ 2890638 w 3309297"/>
              <a:gd name="connsiteY132" fmla="*/ 1110101 h 1646950"/>
              <a:gd name="connsiteX133" fmla="*/ 2899224 w 3309297"/>
              <a:gd name="connsiteY133" fmla="*/ 1146501 h 1646950"/>
              <a:gd name="connsiteX134" fmla="*/ 2910255 w 3309297"/>
              <a:gd name="connsiteY134" fmla="*/ 1187624 h 1646950"/>
              <a:gd name="connsiteX135" fmla="*/ 2910255 w 3309297"/>
              <a:gd name="connsiteY135" fmla="*/ 1234487 h 1646950"/>
              <a:gd name="connsiteX136" fmla="*/ 2899224 w 3309297"/>
              <a:gd name="connsiteY136" fmla="*/ 1275599 h 1646950"/>
              <a:gd name="connsiteX137" fmla="*/ 2873484 w 3309297"/>
              <a:gd name="connsiteY137" fmla="*/ 1303287 h 1646950"/>
              <a:gd name="connsiteX138" fmla="*/ 2857694 w 3309297"/>
              <a:gd name="connsiteY138" fmla="*/ 1283106 h 1646950"/>
              <a:gd name="connsiteX139" fmla="*/ 2859528 w 3309297"/>
              <a:gd name="connsiteY139" fmla="*/ 1202199 h 1646950"/>
              <a:gd name="connsiteX140" fmla="*/ 2863747 w 3309297"/>
              <a:gd name="connsiteY140" fmla="*/ 1258344 h 1646950"/>
              <a:gd name="connsiteX141" fmla="*/ 2870340 w 3309297"/>
              <a:gd name="connsiteY141" fmla="*/ 1225906 h 1646950"/>
              <a:gd name="connsiteX142" fmla="*/ 2870022 w 3309297"/>
              <a:gd name="connsiteY142" fmla="*/ 1190539 h 1646950"/>
              <a:gd name="connsiteX143" fmla="*/ 2882061 w 3309297"/>
              <a:gd name="connsiteY143" fmla="*/ 1187013 h 1646950"/>
              <a:gd name="connsiteX144" fmla="*/ 2882061 w 3309297"/>
              <a:gd name="connsiteY144" fmla="*/ 1224447 h 1646950"/>
              <a:gd name="connsiteX145" fmla="*/ 3062815 w 3309297"/>
              <a:gd name="connsiteY145" fmla="*/ 1304228 h 1646950"/>
              <a:gd name="connsiteX146" fmla="*/ 3027856 w 3309297"/>
              <a:gd name="connsiteY146" fmla="*/ 1209927 h 1646950"/>
              <a:gd name="connsiteX147" fmla="*/ 3041364 w 3309297"/>
              <a:gd name="connsiteY147" fmla="*/ 1201203 h 1646950"/>
              <a:gd name="connsiteX148" fmla="*/ 2776008 w 3309297"/>
              <a:gd name="connsiteY148" fmla="*/ 1312477 h 1646950"/>
              <a:gd name="connsiteX149" fmla="*/ 2776008 w 3309297"/>
              <a:gd name="connsiteY149" fmla="*/ 1275041 h 1646950"/>
              <a:gd name="connsiteX150" fmla="*/ 2783827 w 3309297"/>
              <a:gd name="connsiteY150" fmla="*/ 1256739 h 1646950"/>
              <a:gd name="connsiteX151" fmla="*/ 2780765 w 3309297"/>
              <a:gd name="connsiteY151" fmla="*/ 1210592 h 1646950"/>
              <a:gd name="connsiteX152" fmla="*/ 2766424 w 3309297"/>
              <a:gd name="connsiteY152" fmla="*/ 1194362 h 1646950"/>
              <a:gd name="connsiteX153" fmla="*/ 2762204 w 3309297"/>
              <a:gd name="connsiteY153" fmla="*/ 1168620 h 1646950"/>
              <a:gd name="connsiteX154" fmla="*/ 2782972 w 3309297"/>
              <a:gd name="connsiteY154" fmla="*/ 1185131 h 1646950"/>
              <a:gd name="connsiteX155" fmla="*/ 2795004 w 3309297"/>
              <a:gd name="connsiteY155" fmla="*/ 1225963 h 1646950"/>
              <a:gd name="connsiteX156" fmla="*/ 2802216 w 3309297"/>
              <a:gd name="connsiteY156" fmla="*/ 1260762 h 1646950"/>
              <a:gd name="connsiteX157" fmla="*/ 2790032 w 3309297"/>
              <a:gd name="connsiteY157" fmla="*/ 1280649 h 1646950"/>
              <a:gd name="connsiteX158" fmla="*/ 2974903 w 3309297"/>
              <a:gd name="connsiteY158" fmla="*/ 1347274 h 1646950"/>
              <a:gd name="connsiteX159" fmla="*/ 2964015 w 3309297"/>
              <a:gd name="connsiteY159" fmla="*/ 1340207 h 1646950"/>
              <a:gd name="connsiteX160" fmla="*/ 2967622 w 3309297"/>
              <a:gd name="connsiteY160" fmla="*/ 1300130 h 1646950"/>
              <a:gd name="connsiteX161" fmla="*/ 2978509 w 3309297"/>
              <a:gd name="connsiteY161" fmla="*/ 1323988 h 1646950"/>
              <a:gd name="connsiteX162" fmla="*/ 3581 w 3309297"/>
              <a:gd name="connsiteY162" fmla="*/ 1600355 h 1646950"/>
              <a:gd name="connsiteX163" fmla="*/ 3766 w 3309297"/>
              <a:gd name="connsiteY163" fmla="*/ 1597945 h 1646950"/>
              <a:gd name="connsiteX164" fmla="*/ 1642 w 3309297"/>
              <a:gd name="connsiteY164" fmla="*/ 1599927 h 1646950"/>
              <a:gd name="connsiteX165" fmla="*/ 2502821 w 3309297"/>
              <a:gd name="connsiteY165" fmla="*/ 1619299 h 1646950"/>
              <a:gd name="connsiteX166" fmla="*/ 2465706 w 3309297"/>
              <a:gd name="connsiteY166" fmla="*/ 1610399 h 1646950"/>
              <a:gd name="connsiteX167" fmla="*/ 2459935 w 3309297"/>
              <a:gd name="connsiteY167" fmla="*/ 1516734 h 1646950"/>
              <a:gd name="connsiteX168" fmla="*/ 2453917 w 3309297"/>
              <a:gd name="connsiteY168" fmla="*/ 1368882 h 1646950"/>
              <a:gd name="connsiteX169" fmla="*/ 2388034 w 3309297"/>
              <a:gd name="connsiteY169" fmla="*/ 1233272 h 1646950"/>
              <a:gd name="connsiteX170" fmla="*/ 2437412 w 3309297"/>
              <a:gd name="connsiteY170" fmla="*/ 1277504 h 1646950"/>
              <a:gd name="connsiteX171" fmla="*/ 2472764 w 3309297"/>
              <a:gd name="connsiteY171" fmla="*/ 1294607 h 1646950"/>
              <a:gd name="connsiteX172" fmla="*/ 2508838 w 3309297"/>
              <a:gd name="connsiteY172" fmla="*/ 1347722 h 1646950"/>
              <a:gd name="connsiteX173" fmla="*/ 2508838 w 3309297"/>
              <a:gd name="connsiteY173" fmla="*/ 1483349 h 1646950"/>
              <a:gd name="connsiteX174" fmla="*/ 2502821 w 3309297"/>
              <a:gd name="connsiteY174" fmla="*/ 1619299 h 1646950"/>
              <a:gd name="connsiteX175" fmla="*/ 3267570 w 3309297"/>
              <a:gd name="connsiteY175" fmla="*/ 1630411 h 1646950"/>
              <a:gd name="connsiteX176" fmla="*/ 3256220 w 3309297"/>
              <a:gd name="connsiteY176" fmla="*/ 1626880 h 1646950"/>
              <a:gd name="connsiteX177" fmla="*/ 3254455 w 3309297"/>
              <a:gd name="connsiteY177" fmla="*/ 1589723 h 1646950"/>
              <a:gd name="connsiteX178" fmla="*/ 3252615 w 3309297"/>
              <a:gd name="connsiteY178" fmla="*/ 1531069 h 1646950"/>
              <a:gd name="connsiteX179" fmla="*/ 3232467 w 3309297"/>
              <a:gd name="connsiteY179" fmla="*/ 1477272 h 1646950"/>
              <a:gd name="connsiteX180" fmla="*/ 3247568 w 3309297"/>
              <a:gd name="connsiteY180" fmla="*/ 1494819 h 1646950"/>
              <a:gd name="connsiteX181" fmla="*/ 3258379 w 3309297"/>
              <a:gd name="connsiteY181" fmla="*/ 1501604 h 1646950"/>
              <a:gd name="connsiteX182" fmla="*/ 3269411 w 3309297"/>
              <a:gd name="connsiteY182" fmla="*/ 1522675 h 1646950"/>
              <a:gd name="connsiteX183" fmla="*/ 3269411 w 3309297"/>
              <a:gd name="connsiteY183" fmla="*/ 1576479 h 1646950"/>
              <a:gd name="connsiteX184" fmla="*/ 3267570 w 3309297"/>
              <a:gd name="connsiteY184" fmla="*/ 1630411 h 1646950"/>
              <a:gd name="connsiteX185" fmla="*/ 3210693 w 3309297"/>
              <a:gd name="connsiteY185" fmla="*/ 1642531 h 1646950"/>
              <a:gd name="connsiteX186" fmla="*/ 3198805 w 3309297"/>
              <a:gd name="connsiteY186" fmla="*/ 1619375 h 1646950"/>
              <a:gd name="connsiteX187" fmla="*/ 3178796 w 3309297"/>
              <a:gd name="connsiteY187" fmla="*/ 1581666 h 1646950"/>
              <a:gd name="connsiteX188" fmla="*/ 3175120 w 3309297"/>
              <a:gd name="connsiteY188" fmla="*/ 1534799 h 1646950"/>
              <a:gd name="connsiteX189" fmla="*/ 3175120 w 3309297"/>
              <a:gd name="connsiteY189" fmla="*/ 1473784 h 1646950"/>
              <a:gd name="connsiteX190" fmla="*/ 3194046 w 3309297"/>
              <a:gd name="connsiteY190" fmla="*/ 1473784 h 1646950"/>
              <a:gd name="connsiteX191" fmla="*/ 3194046 w 3309297"/>
              <a:gd name="connsiteY191" fmla="*/ 1499284 h 1646950"/>
              <a:gd name="connsiteX192" fmla="*/ 3201868 w 3309297"/>
              <a:gd name="connsiteY192" fmla="*/ 1488972 h 1646950"/>
              <a:gd name="connsiteX193" fmla="*/ 3211452 w 3309297"/>
              <a:gd name="connsiteY193" fmla="*/ 1504003 h 1646950"/>
              <a:gd name="connsiteX194" fmla="*/ 3193901 w 3309297"/>
              <a:gd name="connsiteY194" fmla="*/ 1551775 h 1646950"/>
              <a:gd name="connsiteX195" fmla="*/ 3200571 w 3309297"/>
              <a:gd name="connsiteY195" fmla="*/ 1564447 h 1646950"/>
              <a:gd name="connsiteX196" fmla="*/ 3215200 w 3309297"/>
              <a:gd name="connsiteY196" fmla="*/ 1532768 h 1646950"/>
              <a:gd name="connsiteX197" fmla="*/ 3224180 w 3309297"/>
              <a:gd name="connsiteY197" fmla="*/ 1556056 h 1646950"/>
              <a:gd name="connsiteX198" fmla="*/ 3227853 w 3309297"/>
              <a:gd name="connsiteY198" fmla="*/ 1611313 h 1646950"/>
              <a:gd name="connsiteX199" fmla="*/ 3232757 w 3309297"/>
              <a:gd name="connsiteY199" fmla="*/ 1590665 h 1646950"/>
              <a:gd name="connsiteX200" fmla="*/ 3238202 w 3309297"/>
              <a:gd name="connsiteY200" fmla="*/ 1532572 h 1646950"/>
              <a:gd name="connsiteX201" fmla="*/ 3243106 w 3309297"/>
              <a:gd name="connsiteY201" fmla="*/ 1573697 h 1646950"/>
              <a:gd name="connsiteX202" fmla="*/ 3241264 w 3309297"/>
              <a:gd name="connsiteY202" fmla="*/ 1614673 h 1646950"/>
              <a:gd name="connsiteX203" fmla="*/ 3232833 w 3309297"/>
              <a:gd name="connsiteY203" fmla="*/ 1634415 h 1646950"/>
              <a:gd name="connsiteX204" fmla="*/ 2876104 w 3309297"/>
              <a:gd name="connsiteY204" fmla="*/ 1646950 h 1646950"/>
              <a:gd name="connsiteX205" fmla="*/ 3309297 w 3309297"/>
              <a:gd name="connsiteY205" fmla="*/ 1646950 h 1646950"/>
              <a:gd name="connsiteX206" fmla="*/ 3301196 w 3309297"/>
              <a:gd name="connsiteY206" fmla="*/ 1586133 h 1646950"/>
              <a:gd name="connsiteX207" fmla="*/ 3287950 w 3309297"/>
              <a:gd name="connsiteY207" fmla="*/ 1524245 h 1646950"/>
              <a:gd name="connsiteX208" fmla="*/ 3266171 w 3309297"/>
              <a:gd name="connsiteY208" fmla="*/ 1466288 h 1646950"/>
              <a:gd name="connsiteX209" fmla="*/ 3243045 w 3309297"/>
              <a:gd name="connsiteY209" fmla="*/ 1452132 h 1646950"/>
              <a:gd name="connsiteX210" fmla="*/ 3233428 w 3309297"/>
              <a:gd name="connsiteY210" fmla="*/ 1459093 h 1646950"/>
              <a:gd name="connsiteX211" fmla="*/ 3215802 w 3309297"/>
              <a:gd name="connsiteY211" fmla="*/ 1445336 h 1646950"/>
              <a:gd name="connsiteX212" fmla="*/ 3186540 w 3309297"/>
              <a:gd name="connsiteY212" fmla="*/ 1438275 h 1646950"/>
              <a:gd name="connsiteX213" fmla="*/ 3170823 w 3309297"/>
              <a:gd name="connsiteY213" fmla="*/ 1404367 h 1646950"/>
              <a:gd name="connsiteX214" fmla="*/ 3143918 w 3309297"/>
              <a:gd name="connsiteY214" fmla="*/ 1393775 h 1646950"/>
              <a:gd name="connsiteX215" fmla="*/ 3124684 w 3309297"/>
              <a:gd name="connsiteY215" fmla="*/ 1361333 h 1646950"/>
              <a:gd name="connsiteX216" fmla="*/ 3097254 w 3309297"/>
              <a:gd name="connsiteY216" fmla="*/ 1364863 h 1646950"/>
              <a:gd name="connsiteX217" fmla="*/ 3084456 w 3309297"/>
              <a:gd name="connsiteY217" fmla="*/ 1325359 h 1646950"/>
              <a:gd name="connsiteX218" fmla="*/ 3072519 w 3309297"/>
              <a:gd name="connsiteY218" fmla="*/ 1309138 h 1646950"/>
              <a:gd name="connsiteX219" fmla="*/ 3044378 w 3309297"/>
              <a:gd name="connsiteY219" fmla="*/ 1189626 h 1646950"/>
              <a:gd name="connsiteX220" fmla="*/ 3026080 w 3309297"/>
              <a:gd name="connsiteY220" fmla="*/ 1193123 h 1646950"/>
              <a:gd name="connsiteX221" fmla="*/ 3013357 w 3309297"/>
              <a:gd name="connsiteY221" fmla="*/ 1141995 h 1646950"/>
              <a:gd name="connsiteX222" fmla="*/ 2983270 w 3309297"/>
              <a:gd name="connsiteY222" fmla="*/ 1109253 h 1646950"/>
              <a:gd name="connsiteX223" fmla="*/ 2961454 w 3309297"/>
              <a:gd name="connsiteY223" fmla="*/ 1139630 h 1646950"/>
              <a:gd name="connsiteX224" fmla="*/ 2949929 w 3309297"/>
              <a:gd name="connsiteY224" fmla="*/ 1143160 h 1646950"/>
              <a:gd name="connsiteX225" fmla="*/ 2941434 w 3309297"/>
              <a:gd name="connsiteY225" fmla="*/ 1060788 h 1646950"/>
              <a:gd name="connsiteX226" fmla="*/ 2911610 w 3309297"/>
              <a:gd name="connsiteY226" fmla="*/ 1046632 h 1646950"/>
              <a:gd name="connsiteX227" fmla="*/ 2888110 w 3309297"/>
              <a:gd name="connsiteY227" fmla="*/ 1005962 h 1646950"/>
              <a:gd name="connsiteX228" fmla="*/ 2861803 w 3309297"/>
              <a:gd name="connsiteY228" fmla="*/ 981347 h 1646950"/>
              <a:gd name="connsiteX229" fmla="*/ 2839201 w 3309297"/>
              <a:gd name="connsiteY229" fmla="*/ 988409 h 1646950"/>
              <a:gd name="connsiteX230" fmla="*/ 2824046 w 3309297"/>
              <a:gd name="connsiteY230" fmla="*/ 1008327 h 1646950"/>
              <a:gd name="connsiteX231" fmla="*/ 2799797 w 3309297"/>
              <a:gd name="connsiteY231" fmla="*/ 1018786 h 1646950"/>
              <a:gd name="connsiteX232" fmla="*/ 2763350 w 3309297"/>
              <a:gd name="connsiteY232" fmla="*/ 1060022 h 1646950"/>
              <a:gd name="connsiteX233" fmla="*/ 2745088 w 3309297"/>
              <a:gd name="connsiteY233" fmla="*/ 1110452 h 1646950"/>
              <a:gd name="connsiteX234" fmla="*/ 2722038 w 3309297"/>
              <a:gd name="connsiteY234" fmla="*/ 1127839 h 1646950"/>
              <a:gd name="connsiteX235" fmla="*/ 2710586 w 3309297"/>
              <a:gd name="connsiteY235" fmla="*/ 1119711 h 1646950"/>
              <a:gd name="connsiteX236" fmla="*/ 2695506 w 3309297"/>
              <a:gd name="connsiteY236" fmla="*/ 1130203 h 1646950"/>
              <a:gd name="connsiteX237" fmla="*/ 2670995 w 3309297"/>
              <a:gd name="connsiteY237" fmla="*/ 1278427 h 1646950"/>
              <a:gd name="connsiteX238" fmla="*/ 2662090 w 3309297"/>
              <a:gd name="connsiteY238" fmla="*/ 1321762 h 1646950"/>
              <a:gd name="connsiteX239" fmla="*/ 2645624 w 3309297"/>
              <a:gd name="connsiteY239" fmla="*/ 1334586 h 1646950"/>
              <a:gd name="connsiteX240" fmla="*/ 2627924 w 3309297"/>
              <a:gd name="connsiteY240" fmla="*/ 1320463 h 1646950"/>
              <a:gd name="connsiteX241" fmla="*/ 2615202 w 3309297"/>
              <a:gd name="connsiteY241" fmla="*/ 1320463 h 1646950"/>
              <a:gd name="connsiteX242" fmla="*/ 2609030 w 3309297"/>
              <a:gd name="connsiteY242" fmla="*/ 1323200 h 1646950"/>
              <a:gd name="connsiteX243" fmla="*/ 2611064 w 3309297"/>
              <a:gd name="connsiteY243" fmla="*/ 1339825 h 1646950"/>
              <a:gd name="connsiteX244" fmla="*/ 2614089 w 3309297"/>
              <a:gd name="connsiteY244" fmla="*/ 1361119 h 1646950"/>
              <a:gd name="connsiteX245" fmla="*/ 2614812 w 3309297"/>
              <a:gd name="connsiteY245" fmla="*/ 1359101 h 1646950"/>
              <a:gd name="connsiteX246" fmla="*/ 2620327 w 3309297"/>
              <a:gd name="connsiteY246" fmla="*/ 1389481 h 1646950"/>
              <a:gd name="connsiteX247" fmla="*/ 2617340 w 3309297"/>
              <a:gd name="connsiteY247" fmla="*/ 1396186 h 1646950"/>
              <a:gd name="connsiteX248" fmla="*/ 2616191 w 3309297"/>
              <a:gd name="connsiteY248" fmla="*/ 1398833 h 1646950"/>
              <a:gd name="connsiteX249" fmla="*/ 2616234 w 3309297"/>
              <a:gd name="connsiteY249" fmla="*/ 1445372 h 1646950"/>
              <a:gd name="connsiteX250" fmla="*/ 2615268 w 3309297"/>
              <a:gd name="connsiteY250" fmla="*/ 1469770 h 1646950"/>
              <a:gd name="connsiteX251" fmla="*/ 2614712 w 3309297"/>
              <a:gd name="connsiteY251" fmla="*/ 1479397 h 1646950"/>
              <a:gd name="connsiteX252" fmla="*/ 2616576 w 3309297"/>
              <a:gd name="connsiteY252" fmla="*/ 1479109 h 1646950"/>
              <a:gd name="connsiteX253" fmla="*/ 2619946 w 3309297"/>
              <a:gd name="connsiteY253" fmla="*/ 1425292 h 1646950"/>
              <a:gd name="connsiteX254" fmla="*/ 2636872 w 3309297"/>
              <a:gd name="connsiteY254" fmla="*/ 1421771 h 1646950"/>
              <a:gd name="connsiteX255" fmla="*/ 2652673 w 3309297"/>
              <a:gd name="connsiteY255" fmla="*/ 1440345 h 1646950"/>
              <a:gd name="connsiteX256" fmla="*/ 2660021 w 3309297"/>
              <a:gd name="connsiteY256" fmla="*/ 1406592 h 1646950"/>
              <a:gd name="connsiteX257" fmla="*/ 2664170 w 3309297"/>
              <a:gd name="connsiteY257" fmla="*/ 1379139 h 1646950"/>
              <a:gd name="connsiteX258" fmla="*/ 2684241 w 3309297"/>
              <a:gd name="connsiteY258" fmla="*/ 1396672 h 1646950"/>
              <a:gd name="connsiteX259" fmla="*/ 2657272 w 3309297"/>
              <a:gd name="connsiteY259" fmla="*/ 1458871 h 1646950"/>
              <a:gd name="connsiteX260" fmla="*/ 2646864 w 3309297"/>
              <a:gd name="connsiteY260" fmla="*/ 1499717 h 1646950"/>
              <a:gd name="connsiteX261" fmla="*/ 2652916 w 3309297"/>
              <a:gd name="connsiteY261" fmla="*/ 1520623 h 1646950"/>
              <a:gd name="connsiteX262" fmla="*/ 2674906 w 3309297"/>
              <a:gd name="connsiteY262" fmla="*/ 1459912 h 1646950"/>
              <a:gd name="connsiteX263" fmla="*/ 2690620 w 3309297"/>
              <a:gd name="connsiteY263" fmla="*/ 1441189 h 1646950"/>
              <a:gd name="connsiteX264" fmla="*/ 2699126 w 3309297"/>
              <a:gd name="connsiteY264" fmla="*/ 1427053 h 1646950"/>
              <a:gd name="connsiteX265" fmla="*/ 2716760 w 3309297"/>
              <a:gd name="connsiteY265" fmla="*/ 1394466 h 1646950"/>
              <a:gd name="connsiteX266" fmla="*/ 2736296 w 3309297"/>
              <a:gd name="connsiteY266" fmla="*/ 1341989 h 1646950"/>
              <a:gd name="connsiteX267" fmla="*/ 2738059 w 3309297"/>
              <a:gd name="connsiteY267" fmla="*/ 1321950 h 1646950"/>
              <a:gd name="connsiteX268" fmla="*/ 2706335 w 3309297"/>
              <a:gd name="connsiteY268" fmla="*/ 1318429 h 1646950"/>
              <a:gd name="connsiteX269" fmla="*/ 2673920 w 3309297"/>
              <a:gd name="connsiteY269" fmla="*/ 1314882 h 1646950"/>
              <a:gd name="connsiteX270" fmla="*/ 2695911 w 3309297"/>
              <a:gd name="connsiteY270" fmla="*/ 1159857 h 1646950"/>
              <a:gd name="connsiteX271" fmla="*/ 2711020 w 3309297"/>
              <a:gd name="connsiteY271" fmla="*/ 1144803 h 1646950"/>
              <a:gd name="connsiteX272" fmla="*/ 2707338 w 3309297"/>
              <a:gd name="connsiteY272" fmla="*/ 1174886 h 1646950"/>
              <a:gd name="connsiteX273" fmla="*/ 2714616 w 3309297"/>
              <a:gd name="connsiteY273" fmla="*/ 1185203 h 1646950"/>
              <a:gd name="connsiteX274" fmla="*/ 2723122 w 3309297"/>
              <a:gd name="connsiteY274" fmla="*/ 1172257 h 1646950"/>
              <a:gd name="connsiteX275" fmla="*/ 2730487 w 3309297"/>
              <a:gd name="connsiteY275" fmla="*/ 1147631 h 1646950"/>
              <a:gd name="connsiteX276" fmla="*/ 2739459 w 3309297"/>
              <a:gd name="connsiteY276" fmla="*/ 1154699 h 1646950"/>
              <a:gd name="connsiteX277" fmla="*/ 2753480 w 3309297"/>
              <a:gd name="connsiteY277" fmla="*/ 1151326 h 1646950"/>
              <a:gd name="connsiteX278" fmla="*/ 2742657 w 3309297"/>
              <a:gd name="connsiteY278" fmla="*/ 1183616 h 1646950"/>
              <a:gd name="connsiteX279" fmla="*/ 2751094 w 3309297"/>
              <a:gd name="connsiteY279" fmla="*/ 1192891 h 1646950"/>
              <a:gd name="connsiteX280" fmla="*/ 2747429 w 3309297"/>
              <a:gd name="connsiteY280" fmla="*/ 1219873 h 1646950"/>
              <a:gd name="connsiteX281" fmla="*/ 2735240 w 3309297"/>
              <a:gd name="connsiteY281" fmla="*/ 1241970 h 1646950"/>
              <a:gd name="connsiteX282" fmla="*/ 2737004 w 3309297"/>
              <a:gd name="connsiteY282" fmla="*/ 1270143 h 1646950"/>
              <a:gd name="connsiteX283" fmla="*/ 2745977 w 3309297"/>
              <a:gd name="connsiteY283" fmla="*/ 1263075 h 1646950"/>
              <a:gd name="connsiteX284" fmla="*/ 2758096 w 3309297"/>
              <a:gd name="connsiteY284" fmla="*/ 1224313 h 1646950"/>
              <a:gd name="connsiteX285" fmla="*/ 2762919 w 3309297"/>
              <a:gd name="connsiteY285" fmla="*/ 1253503 h 1646950"/>
              <a:gd name="connsiteX286" fmla="*/ 2753722 w 3309297"/>
              <a:gd name="connsiteY286" fmla="*/ 1306252 h 1646950"/>
              <a:gd name="connsiteX287" fmla="*/ 2734947 w 3309297"/>
              <a:gd name="connsiteY287" fmla="*/ 1379957 h 1646950"/>
              <a:gd name="connsiteX288" fmla="*/ 2730037 w 3309297"/>
              <a:gd name="connsiteY288" fmla="*/ 1420629 h 1646950"/>
              <a:gd name="connsiteX289" fmla="*/ 2728204 w 3309297"/>
              <a:gd name="connsiteY289" fmla="*/ 1464104 h 1646950"/>
              <a:gd name="connsiteX290" fmla="*/ 2758096 w 3309297"/>
              <a:gd name="connsiteY290" fmla="*/ 1437146 h 1646950"/>
              <a:gd name="connsiteX291" fmla="*/ 2758096 w 3309297"/>
              <a:gd name="connsiteY291" fmla="*/ 1409147 h 1646950"/>
              <a:gd name="connsiteX292" fmla="*/ 2767898 w 3309297"/>
              <a:gd name="connsiteY292" fmla="*/ 1367880 h 1646950"/>
              <a:gd name="connsiteX293" fmla="*/ 2780000 w 3309297"/>
              <a:gd name="connsiteY293" fmla="*/ 1345610 h 1646950"/>
              <a:gd name="connsiteX294" fmla="*/ 2784840 w 3309297"/>
              <a:gd name="connsiteY294" fmla="*/ 1321008 h 1646950"/>
              <a:gd name="connsiteX295" fmla="*/ 2804376 w 3309297"/>
              <a:gd name="connsiteY295" fmla="*/ 1289611 h 1646950"/>
              <a:gd name="connsiteX296" fmla="*/ 2820852 w 3309297"/>
              <a:gd name="connsiteY296" fmla="*/ 1314213 h 1646950"/>
              <a:gd name="connsiteX297" fmla="*/ 2828199 w 3309297"/>
              <a:gd name="connsiteY297" fmla="*/ 1364631 h 1646950"/>
              <a:gd name="connsiteX298" fmla="*/ 2817860 w 3309297"/>
              <a:gd name="connsiteY298" fmla="*/ 1400591 h 1646950"/>
              <a:gd name="connsiteX299" fmla="*/ 2821526 w 3309297"/>
              <a:gd name="connsiteY299" fmla="*/ 1438039 h 1646950"/>
              <a:gd name="connsiteX300" fmla="*/ 2819693 w 3309297"/>
              <a:gd name="connsiteY300" fmla="*/ 1477546 h 1646950"/>
              <a:gd name="connsiteX301" fmla="*/ 2827040 w 3309297"/>
              <a:gd name="connsiteY301" fmla="*/ 1503189 h 1646950"/>
              <a:gd name="connsiteX302" fmla="*/ 2832555 w 3309297"/>
              <a:gd name="connsiteY302" fmla="*/ 1537240 h 1646950"/>
              <a:gd name="connsiteX303" fmla="*/ 2847734 w 3309297"/>
              <a:gd name="connsiteY303" fmla="*/ 1534883 h 1646950"/>
              <a:gd name="connsiteX304" fmla="*/ 2847734 w 3309297"/>
              <a:gd name="connsiteY304" fmla="*/ 1504528 h 1646950"/>
              <a:gd name="connsiteX305" fmla="*/ 2831259 w 3309297"/>
              <a:gd name="connsiteY305" fmla="*/ 1465766 h 1646950"/>
              <a:gd name="connsiteX306" fmla="*/ 2839782 w 3309297"/>
              <a:gd name="connsiteY306" fmla="*/ 1451902 h 1646950"/>
              <a:gd name="connsiteX307" fmla="*/ 2846369 w 3309297"/>
              <a:gd name="connsiteY307" fmla="*/ 1429929 h 1646950"/>
              <a:gd name="connsiteX308" fmla="*/ 2827507 w 3309297"/>
              <a:gd name="connsiteY308" fmla="*/ 1407535 h 1646950"/>
              <a:gd name="connsiteX309" fmla="*/ 2843983 w 3309297"/>
              <a:gd name="connsiteY309" fmla="*/ 1386727 h 1646950"/>
              <a:gd name="connsiteX310" fmla="*/ 2860233 w 3309297"/>
              <a:gd name="connsiteY310" fmla="*/ 1400740 h 1646950"/>
              <a:gd name="connsiteX311" fmla="*/ 2868134 w 3309297"/>
              <a:gd name="connsiteY311" fmla="*/ 1384520 h 1646950"/>
              <a:gd name="connsiteX312" fmla="*/ 2869362 w 3309297"/>
              <a:gd name="connsiteY312" fmla="*/ 1481043 h 1646950"/>
              <a:gd name="connsiteX313" fmla="*/ 2876104 w 3309297"/>
              <a:gd name="connsiteY313" fmla="*/ 1553980 h 1646950"/>
              <a:gd name="connsiteX314" fmla="*/ 2876104 w 3309297"/>
              <a:gd name="connsiteY314" fmla="*/ 1646496 h 1646950"/>
              <a:gd name="connsiteX315" fmla="*/ 2596733 w 3309297"/>
              <a:gd name="connsiteY315" fmla="*/ 1646950 h 1646950"/>
              <a:gd name="connsiteX316" fmla="*/ 2636830 w 3309297"/>
              <a:gd name="connsiteY316" fmla="*/ 1646950 h 1646950"/>
              <a:gd name="connsiteX317" fmla="*/ 2612777 w 3309297"/>
              <a:gd name="connsiteY317" fmla="*/ 1507680 h 1646950"/>
              <a:gd name="connsiteX318" fmla="*/ 2614126 w 3309297"/>
              <a:gd name="connsiteY318" fmla="*/ 1489560 h 1646950"/>
              <a:gd name="connsiteX319" fmla="*/ 2614712 w 3309297"/>
              <a:gd name="connsiteY319" fmla="*/ 1479397 h 1646950"/>
              <a:gd name="connsiteX320" fmla="*/ 2601396 w 3309297"/>
              <a:gd name="connsiteY320" fmla="*/ 1481464 h 1646950"/>
              <a:gd name="connsiteX321" fmla="*/ 2599564 w 3309297"/>
              <a:gd name="connsiteY321" fmla="*/ 1440767 h 1646950"/>
              <a:gd name="connsiteX322" fmla="*/ 2610633 w 3309297"/>
              <a:gd name="connsiteY322" fmla="*/ 1411636 h 1646950"/>
              <a:gd name="connsiteX323" fmla="*/ 2616191 w 3309297"/>
              <a:gd name="connsiteY323" fmla="*/ 1398833 h 1646950"/>
              <a:gd name="connsiteX324" fmla="*/ 2616184 w 3309297"/>
              <a:gd name="connsiteY324" fmla="*/ 1390374 h 1646950"/>
              <a:gd name="connsiteX325" fmla="*/ 2614440 w 3309297"/>
              <a:gd name="connsiteY325" fmla="*/ 1363590 h 1646950"/>
              <a:gd name="connsiteX326" fmla="*/ 2614089 w 3309297"/>
              <a:gd name="connsiteY326" fmla="*/ 1361119 h 1646950"/>
              <a:gd name="connsiteX327" fmla="*/ 2607672 w 3309297"/>
              <a:gd name="connsiteY327" fmla="*/ 1379015 h 1646950"/>
              <a:gd name="connsiteX328" fmla="*/ 2596798 w 3309297"/>
              <a:gd name="connsiteY328" fmla="*/ 1366194 h 1646950"/>
              <a:gd name="connsiteX329" fmla="*/ 2589451 w 3309297"/>
              <a:gd name="connsiteY329" fmla="*/ 1393151 h 1646950"/>
              <a:gd name="connsiteX330" fmla="*/ 2581083 w 3309297"/>
              <a:gd name="connsiteY330" fmla="*/ 1382834 h 1646950"/>
              <a:gd name="connsiteX331" fmla="*/ 2568359 w 3309297"/>
              <a:gd name="connsiteY331" fmla="*/ 1419216 h 1646950"/>
              <a:gd name="connsiteX332" fmla="*/ 2556257 w 3309297"/>
              <a:gd name="connsiteY332" fmla="*/ 1460484 h 1646950"/>
              <a:gd name="connsiteX333" fmla="*/ 2515872 w 3309297"/>
              <a:gd name="connsiteY333" fmla="*/ 1570993 h 1646950"/>
              <a:gd name="connsiteX334" fmla="*/ 2540318 w 3309297"/>
              <a:gd name="connsiteY334" fmla="*/ 1532379 h 1646950"/>
              <a:gd name="connsiteX335" fmla="*/ 2570814 w 3309297"/>
              <a:gd name="connsiteY335" fmla="*/ 1468866 h 1646950"/>
              <a:gd name="connsiteX336" fmla="*/ 2582310 w 3309297"/>
              <a:gd name="connsiteY336" fmla="*/ 1485234 h 1646950"/>
              <a:gd name="connsiteX337" fmla="*/ 2567737 w 3309297"/>
              <a:gd name="connsiteY337" fmla="*/ 1536967 h 1646950"/>
              <a:gd name="connsiteX338" fmla="*/ 2535097 w 3309297"/>
              <a:gd name="connsiteY338" fmla="*/ 1587212 h 1646950"/>
              <a:gd name="connsiteX339" fmla="*/ 2506504 w 3309297"/>
              <a:gd name="connsiteY339" fmla="*/ 1618132 h 1646950"/>
              <a:gd name="connsiteX340" fmla="*/ 2503330 w 3309297"/>
              <a:gd name="connsiteY340" fmla="*/ 1621947 h 1646950"/>
              <a:gd name="connsiteX341" fmla="*/ 2503274 w 3309297"/>
              <a:gd name="connsiteY341" fmla="*/ 1622895 h 1646950"/>
              <a:gd name="connsiteX342" fmla="*/ 2505320 w 3309297"/>
              <a:gd name="connsiteY342" fmla="*/ 1623482 h 1646950"/>
              <a:gd name="connsiteX343" fmla="*/ 2557001 w 3309297"/>
              <a:gd name="connsiteY343" fmla="*/ 1639218 h 1646950"/>
              <a:gd name="connsiteX344" fmla="*/ 2582420 w 3309297"/>
              <a:gd name="connsiteY344" fmla="*/ 1644714 h 1646950"/>
              <a:gd name="connsiteX345" fmla="*/ 1222728 w 3309297"/>
              <a:gd name="connsiteY345" fmla="*/ 1646950 h 1646950"/>
              <a:gd name="connsiteX346" fmla="*/ 2314900 w 3309297"/>
              <a:gd name="connsiteY346" fmla="*/ 1646950 h 1646950"/>
              <a:gd name="connsiteX347" fmla="*/ 2277960 w 3309297"/>
              <a:gd name="connsiteY347" fmla="*/ 1591482 h 1646950"/>
              <a:gd name="connsiteX348" fmla="*/ 2212532 w 3309297"/>
              <a:gd name="connsiteY348" fmla="*/ 1496423 h 1646950"/>
              <a:gd name="connsiteX349" fmla="*/ 2200511 w 3309297"/>
              <a:gd name="connsiteY349" fmla="*/ 1378284 h 1646950"/>
              <a:gd name="connsiteX350" fmla="*/ 2200511 w 3309297"/>
              <a:gd name="connsiteY350" fmla="*/ 1224480 h 1646950"/>
              <a:gd name="connsiteX351" fmla="*/ 2262398 w 3309297"/>
              <a:gd name="connsiteY351" fmla="*/ 1224480 h 1646950"/>
              <a:gd name="connsiteX352" fmla="*/ 2262398 w 3309297"/>
              <a:gd name="connsiteY352" fmla="*/ 1288759 h 1646950"/>
              <a:gd name="connsiteX353" fmla="*/ 2287974 w 3309297"/>
              <a:gd name="connsiteY353" fmla="*/ 1262764 h 1646950"/>
              <a:gd name="connsiteX354" fmla="*/ 2319314 w 3309297"/>
              <a:gd name="connsiteY354" fmla="*/ 1300654 h 1646950"/>
              <a:gd name="connsiteX355" fmla="*/ 2261924 w 3309297"/>
              <a:gd name="connsiteY355" fmla="*/ 1421077 h 1646950"/>
              <a:gd name="connsiteX356" fmla="*/ 2283733 w 3309297"/>
              <a:gd name="connsiteY356" fmla="*/ 1453020 h 1646950"/>
              <a:gd name="connsiteX357" fmla="*/ 2331572 w 3309297"/>
              <a:gd name="connsiteY357" fmla="*/ 1373164 h 1646950"/>
              <a:gd name="connsiteX358" fmla="*/ 2360935 w 3309297"/>
              <a:gd name="connsiteY358" fmla="*/ 1431869 h 1646950"/>
              <a:gd name="connsiteX359" fmla="*/ 2372946 w 3309297"/>
              <a:gd name="connsiteY359" fmla="*/ 1571159 h 1646950"/>
              <a:gd name="connsiteX360" fmla="*/ 2388981 w 3309297"/>
              <a:gd name="connsiteY360" fmla="*/ 1519110 h 1646950"/>
              <a:gd name="connsiteX361" fmla="*/ 2406786 w 3309297"/>
              <a:gd name="connsiteY361" fmla="*/ 1372671 h 1646950"/>
              <a:gd name="connsiteX362" fmla="*/ 2422822 w 3309297"/>
              <a:gd name="connsiteY362" fmla="*/ 1476336 h 1646950"/>
              <a:gd name="connsiteX363" fmla="*/ 2416801 w 3309297"/>
              <a:gd name="connsiteY363" fmla="*/ 1579627 h 1646950"/>
              <a:gd name="connsiteX364" fmla="*/ 2389228 w 3309297"/>
              <a:gd name="connsiteY364" fmla="*/ 1629391 h 1646950"/>
              <a:gd name="connsiteX365" fmla="*/ 2327102 w 3309297"/>
              <a:gd name="connsiteY365" fmla="*/ 1646950 h 1646950"/>
              <a:gd name="connsiteX366" fmla="*/ 2519444 w 3309297"/>
              <a:gd name="connsiteY366" fmla="*/ 1646950 h 1646950"/>
              <a:gd name="connsiteX367" fmla="*/ 2502116 w 3309297"/>
              <a:gd name="connsiteY367" fmla="*/ 1642424 h 1646950"/>
              <a:gd name="connsiteX368" fmla="*/ 2503274 w 3309297"/>
              <a:gd name="connsiteY368" fmla="*/ 1622895 h 1646950"/>
              <a:gd name="connsiteX369" fmla="*/ 2502682 w 3309297"/>
              <a:gd name="connsiteY369" fmla="*/ 1622726 h 1646950"/>
              <a:gd name="connsiteX370" fmla="*/ 2503330 w 3309297"/>
              <a:gd name="connsiteY370" fmla="*/ 1621947 h 1646950"/>
              <a:gd name="connsiteX371" fmla="*/ 2504848 w 3309297"/>
              <a:gd name="connsiteY371" fmla="*/ 1596325 h 1646950"/>
              <a:gd name="connsiteX372" fmla="*/ 2561690 w 3309297"/>
              <a:gd name="connsiteY372" fmla="*/ 1402269 h 1646950"/>
              <a:gd name="connsiteX373" fmla="*/ 2574413 w 3309297"/>
              <a:gd name="connsiteY373" fmla="*/ 1372025 h 1646950"/>
              <a:gd name="connsiteX374" fmla="*/ 2585452 w 3309297"/>
              <a:gd name="connsiteY374" fmla="*/ 1346244 h 1646950"/>
              <a:gd name="connsiteX375" fmla="*/ 2593947 w 3309297"/>
              <a:gd name="connsiteY375" fmla="*/ 1329889 h 1646950"/>
              <a:gd name="connsiteX376" fmla="*/ 2609030 w 3309297"/>
              <a:gd name="connsiteY376" fmla="*/ 1323200 h 1646950"/>
              <a:gd name="connsiteX377" fmla="*/ 2606211 w 3309297"/>
              <a:gd name="connsiteY377" fmla="*/ 1300160 h 1646950"/>
              <a:gd name="connsiteX378" fmla="*/ 2611064 w 3309297"/>
              <a:gd name="connsiteY378" fmla="*/ 1241401 h 1646950"/>
              <a:gd name="connsiteX379" fmla="*/ 2558324 w 3309297"/>
              <a:gd name="connsiteY379" fmla="*/ 1153588 h 1646950"/>
              <a:gd name="connsiteX380" fmla="*/ 2495062 w 3309297"/>
              <a:gd name="connsiteY380" fmla="*/ 1125432 h 1646950"/>
              <a:gd name="connsiteX381" fmla="*/ 2421276 w 3309297"/>
              <a:gd name="connsiteY381" fmla="*/ 1048146 h 1646950"/>
              <a:gd name="connsiteX382" fmla="*/ 2361562 w 3309297"/>
              <a:gd name="connsiteY382" fmla="*/ 1045640 h 1646950"/>
              <a:gd name="connsiteX383" fmla="*/ 2301725 w 3309297"/>
              <a:gd name="connsiteY383" fmla="*/ 932176 h 1646950"/>
              <a:gd name="connsiteX384" fmla="*/ 2270154 w 3309297"/>
              <a:gd name="connsiteY384" fmla="*/ 840770 h 1646950"/>
              <a:gd name="connsiteX385" fmla="*/ 2185845 w 3309297"/>
              <a:gd name="connsiteY385" fmla="*/ 745856 h 1646950"/>
              <a:gd name="connsiteX386" fmla="*/ 2097864 w 3309297"/>
              <a:gd name="connsiteY386" fmla="*/ 707172 h 1646950"/>
              <a:gd name="connsiteX387" fmla="*/ 2034602 w 3309297"/>
              <a:gd name="connsiteY387" fmla="*/ 598220 h 1646950"/>
              <a:gd name="connsiteX388" fmla="*/ 1943318 w 3309297"/>
              <a:gd name="connsiteY388" fmla="*/ 517426 h 1646950"/>
              <a:gd name="connsiteX389" fmla="*/ 1901102 w 3309297"/>
              <a:gd name="connsiteY389" fmla="*/ 411983 h 1646950"/>
              <a:gd name="connsiteX390" fmla="*/ 1713149 w 3309297"/>
              <a:gd name="connsiteY390" fmla="*/ 517008 h 1646950"/>
              <a:gd name="connsiteX391" fmla="*/ 1671545 w 3309297"/>
              <a:gd name="connsiteY391" fmla="*/ 388087 h 1646950"/>
              <a:gd name="connsiteX392" fmla="*/ 1573163 w 3309297"/>
              <a:gd name="connsiteY392" fmla="*/ 305622 h 1646950"/>
              <a:gd name="connsiteX393" fmla="*/ 1501824 w 3309297"/>
              <a:gd name="connsiteY393" fmla="*/ 382155 h 1646950"/>
              <a:gd name="connsiteX394" fmla="*/ 1496930 w 3309297"/>
              <a:gd name="connsiteY394" fmla="*/ 244379 h 1646950"/>
              <a:gd name="connsiteX395" fmla="*/ 1436359 w 3309297"/>
              <a:gd name="connsiteY395" fmla="*/ 183469 h 1646950"/>
              <a:gd name="connsiteX396" fmla="*/ 1364286 w 3309297"/>
              <a:gd name="connsiteY396" fmla="*/ 78027 h 1646950"/>
              <a:gd name="connsiteX397" fmla="*/ 1261989 w 3309297"/>
              <a:gd name="connsiteY397" fmla="*/ 45191 h 1646950"/>
              <a:gd name="connsiteX398" fmla="*/ 1205211 w 3309297"/>
              <a:gd name="connsiteY398" fmla="*/ 46445 h 1646950"/>
              <a:gd name="connsiteX399" fmla="*/ 1102058 w 3309297"/>
              <a:gd name="connsiteY399" fmla="*/ 992 h 1646950"/>
              <a:gd name="connsiteX400" fmla="*/ 1052500 w 3309297"/>
              <a:gd name="connsiteY400" fmla="*/ 51123 h 1646950"/>
              <a:gd name="connsiteX401" fmla="*/ 973207 w 3309297"/>
              <a:gd name="connsiteY401" fmla="*/ 4251 h 1646950"/>
              <a:gd name="connsiteX402" fmla="*/ 846682 w 3309297"/>
              <a:gd name="connsiteY402" fmla="*/ 78027 h 1646950"/>
              <a:gd name="connsiteX403" fmla="*/ 782195 w 3309297"/>
              <a:gd name="connsiteY403" fmla="*/ 137850 h 1646950"/>
              <a:gd name="connsiteX404" fmla="*/ 756866 w 3309297"/>
              <a:gd name="connsiteY404" fmla="*/ 183469 h 1646950"/>
              <a:gd name="connsiteX405" fmla="*/ 660442 w 3309297"/>
              <a:gd name="connsiteY405" fmla="*/ 208117 h 1646950"/>
              <a:gd name="connsiteX406" fmla="*/ 632176 w 3309297"/>
              <a:gd name="connsiteY406" fmla="*/ 358427 h 1646950"/>
              <a:gd name="connsiteX407" fmla="*/ 505038 w 3309297"/>
              <a:gd name="connsiteY407" fmla="*/ 531462 h 1646950"/>
              <a:gd name="connsiteX408" fmla="*/ 438962 w 3309297"/>
              <a:gd name="connsiteY408" fmla="*/ 665061 h 1646950"/>
              <a:gd name="connsiteX409" fmla="*/ 438962 w 3309297"/>
              <a:gd name="connsiteY409" fmla="*/ 759893 h 1646950"/>
              <a:gd name="connsiteX410" fmla="*/ 411184 w 3309297"/>
              <a:gd name="connsiteY410" fmla="*/ 837930 h 1646950"/>
              <a:gd name="connsiteX411" fmla="*/ 369580 w 3309297"/>
              <a:gd name="connsiteY411" fmla="*/ 837930 h 1646950"/>
              <a:gd name="connsiteX412" fmla="*/ 300077 w 3309297"/>
              <a:gd name="connsiteY412" fmla="*/ 861742 h 1646950"/>
              <a:gd name="connsiteX413" fmla="*/ 217481 w 3309297"/>
              <a:gd name="connsiteY413" fmla="*/ 911038 h 1646950"/>
              <a:gd name="connsiteX414" fmla="*/ 135741 w 3309297"/>
              <a:gd name="connsiteY414" fmla="*/ 977795 h 1646950"/>
              <a:gd name="connsiteX415" fmla="*/ 47026 w 3309297"/>
              <a:gd name="connsiteY415" fmla="*/ 1153588 h 1646950"/>
              <a:gd name="connsiteX416" fmla="*/ 8726 w 3309297"/>
              <a:gd name="connsiteY416" fmla="*/ 1533414 h 1646950"/>
              <a:gd name="connsiteX417" fmla="*/ 3766 w 3309297"/>
              <a:gd name="connsiteY417" fmla="*/ 1597945 h 1646950"/>
              <a:gd name="connsiteX418" fmla="*/ 5012 w 3309297"/>
              <a:gd name="connsiteY418" fmla="*/ 1596783 h 1646950"/>
              <a:gd name="connsiteX419" fmla="*/ 107639 w 3309297"/>
              <a:gd name="connsiteY419" fmla="*/ 1510405 h 1646950"/>
              <a:gd name="connsiteX420" fmla="*/ 214371 w 3309297"/>
              <a:gd name="connsiteY420" fmla="*/ 1383749 h 1646950"/>
              <a:gd name="connsiteX421" fmla="*/ 262027 w 3309297"/>
              <a:gd name="connsiteY421" fmla="*/ 1253343 h 1646950"/>
              <a:gd name="connsiteX422" fmla="*/ 224433 w 3309297"/>
              <a:gd name="connsiteY422" fmla="*/ 1212083 h 1646950"/>
              <a:gd name="connsiteX423" fmla="*/ 124711 w 3309297"/>
              <a:gd name="connsiteY423" fmla="*/ 1372184 h 1646950"/>
              <a:gd name="connsiteX424" fmla="*/ 44776 w 3309297"/>
              <a:gd name="connsiteY424" fmla="*/ 1469521 h 1646950"/>
              <a:gd name="connsiteX425" fmla="*/ 176833 w 3309297"/>
              <a:gd name="connsiteY425" fmla="*/ 1190953 h 1646950"/>
              <a:gd name="connsiteX426" fmla="*/ 216406 w 3309297"/>
              <a:gd name="connsiteY426" fmla="*/ 1086990 h 1646950"/>
              <a:gd name="connsiteX427" fmla="*/ 258013 w 3309297"/>
              <a:gd name="connsiteY427" fmla="*/ 995218 h 1646950"/>
              <a:gd name="connsiteX428" fmla="*/ 285374 w 3309297"/>
              <a:gd name="connsiteY428" fmla="*/ 1021224 h 1646950"/>
              <a:gd name="connsiteX429" fmla="*/ 309401 w 3309297"/>
              <a:gd name="connsiteY429" fmla="*/ 953270 h 1646950"/>
              <a:gd name="connsiteX430" fmla="*/ 344959 w 3309297"/>
              <a:gd name="connsiteY430" fmla="*/ 985590 h 1646950"/>
              <a:gd name="connsiteX431" fmla="*/ 368307 w 3309297"/>
              <a:gd name="connsiteY431" fmla="*/ 935391 h 1646950"/>
              <a:gd name="connsiteX432" fmla="*/ 386340 w 3309297"/>
              <a:gd name="connsiteY432" fmla="*/ 1011972 h 1646950"/>
              <a:gd name="connsiteX433" fmla="*/ 318445 w 3309297"/>
              <a:gd name="connsiteY433" fmla="*/ 1141254 h 1646950"/>
              <a:gd name="connsiteX434" fmla="*/ 324438 w 3309297"/>
              <a:gd name="connsiteY434" fmla="*/ 1243840 h 1646950"/>
              <a:gd name="connsiteX435" fmla="*/ 374073 w 3309297"/>
              <a:gd name="connsiteY435" fmla="*/ 1237901 h 1646950"/>
              <a:gd name="connsiteX436" fmla="*/ 385097 w 3309297"/>
              <a:gd name="connsiteY436" fmla="*/ 1102244 h 1646950"/>
              <a:gd name="connsiteX437" fmla="*/ 440441 w 3309297"/>
              <a:gd name="connsiteY437" fmla="*/ 1093367 h 1646950"/>
              <a:gd name="connsiteX438" fmla="*/ 492111 w 3309297"/>
              <a:gd name="connsiteY438" fmla="*/ 1140190 h 1646950"/>
              <a:gd name="connsiteX439" fmla="*/ 516137 w 3309297"/>
              <a:gd name="connsiteY439" fmla="*/ 1055108 h 1646950"/>
              <a:gd name="connsiteX440" fmla="*/ 529705 w 3309297"/>
              <a:gd name="connsiteY440" fmla="*/ 985903 h 1646950"/>
              <a:gd name="connsiteX441" fmla="*/ 595338 w 3309297"/>
              <a:gd name="connsiteY441" fmla="*/ 1030101 h 1646950"/>
              <a:gd name="connsiteX442" fmla="*/ 507149 w 3309297"/>
              <a:gd name="connsiteY442" fmla="*/ 1186889 h 1646950"/>
              <a:gd name="connsiteX443" fmla="*/ 473117 w 3309297"/>
              <a:gd name="connsiteY443" fmla="*/ 1289852 h 1646950"/>
              <a:gd name="connsiteX444" fmla="*/ 492903 w 3309297"/>
              <a:gd name="connsiteY444" fmla="*/ 1342552 h 1646950"/>
              <a:gd name="connsiteX445" fmla="*/ 564811 w 3309297"/>
              <a:gd name="connsiteY445" fmla="*/ 1189515 h 1646950"/>
              <a:gd name="connsiteX446" fmla="*/ 616198 w 3309297"/>
              <a:gd name="connsiteY446" fmla="*/ 1142316 h 1646950"/>
              <a:gd name="connsiteX447" fmla="*/ 644012 w 3309297"/>
              <a:gd name="connsiteY447" fmla="*/ 1106682 h 1646950"/>
              <a:gd name="connsiteX448" fmla="*/ 701674 w 3309297"/>
              <a:gd name="connsiteY448" fmla="*/ 1024537 h 1646950"/>
              <a:gd name="connsiteX449" fmla="*/ 765555 w 3309297"/>
              <a:gd name="connsiteY449" fmla="*/ 892255 h 1646950"/>
              <a:gd name="connsiteX450" fmla="*/ 771322 w 3309297"/>
              <a:gd name="connsiteY450" fmla="*/ 841743 h 1646950"/>
              <a:gd name="connsiteX451" fmla="*/ 667586 w 3309297"/>
              <a:gd name="connsiteY451" fmla="*/ 832866 h 1646950"/>
              <a:gd name="connsiteX452" fmla="*/ 561589 w 3309297"/>
              <a:gd name="connsiteY452" fmla="*/ 823926 h 1646950"/>
              <a:gd name="connsiteX453" fmla="*/ 633497 w 3309297"/>
              <a:gd name="connsiteY453" fmla="*/ 433144 h 1646950"/>
              <a:gd name="connsiteX454" fmla="*/ 682906 w 3309297"/>
              <a:gd name="connsiteY454" fmla="*/ 395198 h 1646950"/>
              <a:gd name="connsiteX455" fmla="*/ 670865 w 3309297"/>
              <a:gd name="connsiteY455" fmla="*/ 471029 h 1646950"/>
              <a:gd name="connsiteX456" fmla="*/ 694664 w 3309297"/>
              <a:gd name="connsiteY456" fmla="*/ 497035 h 1646950"/>
              <a:gd name="connsiteX457" fmla="*/ 722478 w 3309297"/>
              <a:gd name="connsiteY457" fmla="*/ 464402 h 1646950"/>
              <a:gd name="connsiteX458" fmla="*/ 746560 w 3309297"/>
              <a:gd name="connsiteY458" fmla="*/ 402324 h 1646950"/>
              <a:gd name="connsiteX459" fmla="*/ 775901 w 3309297"/>
              <a:gd name="connsiteY459" fmla="*/ 420141 h 1646950"/>
              <a:gd name="connsiteX460" fmla="*/ 821748 w 3309297"/>
              <a:gd name="connsiteY460" fmla="*/ 411639 h 1646950"/>
              <a:gd name="connsiteX461" fmla="*/ 786359 w 3309297"/>
              <a:gd name="connsiteY461" fmla="*/ 493034 h 1646950"/>
              <a:gd name="connsiteX462" fmla="*/ 813946 w 3309297"/>
              <a:gd name="connsiteY462" fmla="*/ 516414 h 1646950"/>
              <a:gd name="connsiteX463" fmla="*/ 801961 w 3309297"/>
              <a:gd name="connsiteY463" fmla="*/ 584430 h 1646950"/>
              <a:gd name="connsiteX464" fmla="*/ 762107 w 3309297"/>
              <a:gd name="connsiteY464" fmla="*/ 640132 h 1646950"/>
              <a:gd name="connsiteX465" fmla="*/ 767873 w 3309297"/>
              <a:gd name="connsiteY465" fmla="*/ 711149 h 1646950"/>
              <a:gd name="connsiteX466" fmla="*/ 797213 w 3309297"/>
              <a:gd name="connsiteY466" fmla="*/ 693332 h 1646950"/>
              <a:gd name="connsiteX467" fmla="*/ 836842 w 3309297"/>
              <a:gd name="connsiteY467" fmla="*/ 595621 h 1646950"/>
              <a:gd name="connsiteX468" fmla="*/ 852614 w 3309297"/>
              <a:gd name="connsiteY468" fmla="*/ 669201 h 1646950"/>
              <a:gd name="connsiteX469" fmla="*/ 822539 w 3309297"/>
              <a:gd name="connsiteY469" fmla="*/ 802171 h 1646950"/>
              <a:gd name="connsiteX470" fmla="*/ 761146 w 3309297"/>
              <a:gd name="connsiteY470" fmla="*/ 987966 h 1646950"/>
              <a:gd name="connsiteX471" fmla="*/ 745091 w 3309297"/>
              <a:gd name="connsiteY471" fmla="*/ 1090491 h 1646950"/>
              <a:gd name="connsiteX472" fmla="*/ 739098 w 3309297"/>
              <a:gd name="connsiteY472" fmla="*/ 1200080 h 1646950"/>
              <a:gd name="connsiteX473" fmla="*/ 836842 w 3309297"/>
              <a:gd name="connsiteY473" fmla="*/ 1132126 h 1646950"/>
              <a:gd name="connsiteX474" fmla="*/ 836842 w 3309297"/>
              <a:gd name="connsiteY474" fmla="*/ 1061547 h 1646950"/>
              <a:gd name="connsiteX475" fmla="*/ 868896 w 3309297"/>
              <a:gd name="connsiteY475" fmla="*/ 957521 h 1646950"/>
              <a:gd name="connsiteX476" fmla="*/ 908468 w 3309297"/>
              <a:gd name="connsiteY476" fmla="*/ 901383 h 1646950"/>
              <a:gd name="connsiteX477" fmla="*/ 924297 w 3309297"/>
              <a:gd name="connsiteY477" fmla="*/ 839368 h 1646950"/>
              <a:gd name="connsiteX478" fmla="*/ 988178 w 3309297"/>
              <a:gd name="connsiteY478" fmla="*/ 760223 h 1646950"/>
              <a:gd name="connsiteX479" fmla="*/ 1042052 w 3309297"/>
              <a:gd name="connsiteY479" fmla="*/ 822238 h 1646950"/>
              <a:gd name="connsiteX480" fmla="*/ 1066078 w 3309297"/>
              <a:gd name="connsiteY480" fmla="*/ 949332 h 1646950"/>
              <a:gd name="connsiteX481" fmla="*/ 1032272 w 3309297"/>
              <a:gd name="connsiteY481" fmla="*/ 1039979 h 1646950"/>
              <a:gd name="connsiteX482" fmla="*/ 1044257 w 3309297"/>
              <a:gd name="connsiteY482" fmla="*/ 1134376 h 1646950"/>
              <a:gd name="connsiteX483" fmla="*/ 1038265 w 3309297"/>
              <a:gd name="connsiteY483" fmla="*/ 1233964 h 1646950"/>
              <a:gd name="connsiteX484" fmla="*/ 1062291 w 3309297"/>
              <a:gd name="connsiteY484" fmla="*/ 1298604 h 1646950"/>
              <a:gd name="connsiteX485" fmla="*/ 1080324 w 3309297"/>
              <a:gd name="connsiteY485" fmla="*/ 1384437 h 1646950"/>
              <a:gd name="connsiteX486" fmla="*/ 1129959 w 3309297"/>
              <a:gd name="connsiteY486" fmla="*/ 1378498 h 1646950"/>
              <a:gd name="connsiteX487" fmla="*/ 1129959 w 3309297"/>
              <a:gd name="connsiteY487" fmla="*/ 1301980 h 1646950"/>
              <a:gd name="connsiteX488" fmla="*/ 1076084 w 3309297"/>
              <a:gd name="connsiteY488" fmla="*/ 1204268 h 1646950"/>
              <a:gd name="connsiteX489" fmla="*/ 1103954 w 3309297"/>
              <a:gd name="connsiteY489" fmla="*/ 1169322 h 1646950"/>
              <a:gd name="connsiteX490" fmla="*/ 1125493 w 3309297"/>
              <a:gd name="connsiteY490" fmla="*/ 1113934 h 1646950"/>
              <a:gd name="connsiteX491" fmla="*/ 1063817 w 3309297"/>
              <a:gd name="connsiteY491" fmla="*/ 1057483 h 1646950"/>
              <a:gd name="connsiteX492" fmla="*/ 1117692 w 3309297"/>
              <a:gd name="connsiteY492" fmla="*/ 1005033 h 1646950"/>
              <a:gd name="connsiteX493" fmla="*/ 1170832 w 3309297"/>
              <a:gd name="connsiteY493" fmla="*/ 1040353 h 1646950"/>
              <a:gd name="connsiteX494" fmla="*/ 1196666 w 3309297"/>
              <a:gd name="connsiteY494" fmla="*/ 999468 h 1646950"/>
              <a:gd name="connsiteX495" fmla="*/ 1200680 w 3309297"/>
              <a:gd name="connsiteY495" fmla="*/ 1242778 h 1646950"/>
              <a:gd name="connsiteX496" fmla="*/ 1222728 w 3309297"/>
              <a:gd name="connsiteY496" fmla="*/ 1426635 h 1646950"/>
              <a:gd name="connsiteX497" fmla="*/ 1222728 w 3309297"/>
              <a:gd name="connsiteY497" fmla="*/ 1634063 h 1646950"/>
              <a:gd name="connsiteX498" fmla="*/ 0 w 3309297"/>
              <a:gd name="connsiteY498" fmla="*/ 1646950 h 1646950"/>
              <a:gd name="connsiteX499" fmla="*/ 207203 w 3309297"/>
              <a:gd name="connsiteY499" fmla="*/ 1646950 h 1646950"/>
              <a:gd name="connsiteX500" fmla="*/ 179265 w 3309297"/>
              <a:gd name="connsiteY500" fmla="*/ 1641562 h 1646950"/>
              <a:gd name="connsiteX501" fmla="*/ 10268 w 3309297"/>
              <a:gd name="connsiteY501" fmla="*/ 1601834 h 1646950"/>
              <a:gd name="connsiteX502" fmla="*/ 3581 w 3309297"/>
              <a:gd name="connsiteY502" fmla="*/ 1600355 h 164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</a:cxnLst>
            <a:rect l="l" t="t" r="r" b="b"/>
            <a:pathLst>
              <a:path w="3309297" h="1646950">
                <a:moveTo>
                  <a:pt x="1096783" y="486723"/>
                </a:moveTo>
                <a:lnTo>
                  <a:pt x="1052702" y="410171"/>
                </a:lnTo>
                <a:lnTo>
                  <a:pt x="1016630" y="309525"/>
                </a:lnTo>
                <a:lnTo>
                  <a:pt x="1034664" y="223715"/>
                </a:lnTo>
                <a:lnTo>
                  <a:pt x="1003326" y="171295"/>
                </a:lnTo>
                <a:lnTo>
                  <a:pt x="1021836" y="76928"/>
                </a:lnTo>
                <a:lnTo>
                  <a:pt x="1063437" y="218459"/>
                </a:lnTo>
                <a:lnTo>
                  <a:pt x="1057414" y="309885"/>
                </a:lnTo>
                <a:lnTo>
                  <a:pt x="1091011" y="350770"/>
                </a:lnTo>
                <a:close/>
                <a:moveTo>
                  <a:pt x="1581786" y="655267"/>
                </a:moveTo>
                <a:lnTo>
                  <a:pt x="1557748" y="514907"/>
                </a:lnTo>
                <a:lnTo>
                  <a:pt x="1529680" y="633412"/>
                </a:lnTo>
                <a:lnTo>
                  <a:pt x="1512140" y="586946"/>
                </a:lnTo>
                <a:lnTo>
                  <a:pt x="1502353" y="414958"/>
                </a:lnTo>
                <a:lnTo>
                  <a:pt x="1537459" y="447282"/>
                </a:lnTo>
                <a:lnTo>
                  <a:pt x="1576014" y="335427"/>
                </a:lnTo>
                <a:lnTo>
                  <a:pt x="1599822" y="483279"/>
                </a:lnTo>
                <a:close/>
                <a:moveTo>
                  <a:pt x="1101442" y="746660"/>
                </a:moveTo>
                <a:lnTo>
                  <a:pt x="1047807" y="696156"/>
                </a:lnTo>
                <a:lnTo>
                  <a:pt x="997931" y="572801"/>
                </a:lnTo>
                <a:lnTo>
                  <a:pt x="949037" y="505515"/>
                </a:lnTo>
                <a:lnTo>
                  <a:pt x="907428" y="400305"/>
                </a:lnTo>
                <a:lnTo>
                  <a:pt x="842499" y="367974"/>
                </a:lnTo>
                <a:lnTo>
                  <a:pt x="830708" y="267341"/>
                </a:lnTo>
                <a:lnTo>
                  <a:pt x="864299" y="197058"/>
                </a:lnTo>
                <a:lnTo>
                  <a:pt x="909131" y="298602"/>
                </a:lnTo>
                <a:lnTo>
                  <a:pt x="920896" y="168555"/>
                </a:lnTo>
                <a:lnTo>
                  <a:pt x="958496" y="312733"/>
                </a:lnTo>
                <a:lnTo>
                  <a:pt x="952483" y="437186"/>
                </a:lnTo>
                <a:lnTo>
                  <a:pt x="986545" y="490313"/>
                </a:lnTo>
                <a:lnTo>
                  <a:pt x="1015906" y="386683"/>
                </a:lnTo>
                <a:lnTo>
                  <a:pt x="1045488" y="468768"/>
                </a:lnTo>
                <a:lnTo>
                  <a:pt x="1045488" y="557224"/>
                </a:lnTo>
                <a:lnTo>
                  <a:pt x="1084358" y="565788"/>
                </a:lnTo>
                <a:lnTo>
                  <a:pt x="1113692" y="548311"/>
                </a:lnTo>
                <a:lnTo>
                  <a:pt x="1113692" y="674986"/>
                </a:lnTo>
                <a:close/>
                <a:moveTo>
                  <a:pt x="1662116" y="756053"/>
                </a:moveTo>
                <a:lnTo>
                  <a:pt x="1664374" y="671688"/>
                </a:lnTo>
                <a:lnTo>
                  <a:pt x="1625479" y="653868"/>
                </a:lnTo>
                <a:lnTo>
                  <a:pt x="1643516" y="398673"/>
                </a:lnTo>
                <a:lnTo>
                  <a:pt x="1664937" y="554381"/>
                </a:lnTo>
                <a:lnTo>
                  <a:pt x="1703492" y="738234"/>
                </a:lnTo>
                <a:close/>
                <a:moveTo>
                  <a:pt x="1266487" y="786239"/>
                </a:moveTo>
                <a:lnTo>
                  <a:pt x="1248704" y="733464"/>
                </a:lnTo>
                <a:lnTo>
                  <a:pt x="1284530" y="620914"/>
                </a:lnTo>
                <a:cubicBezTo>
                  <a:pt x="1284530" y="620914"/>
                  <a:pt x="1290547" y="561110"/>
                  <a:pt x="1290547" y="543657"/>
                </a:cubicBezTo>
                <a:cubicBezTo>
                  <a:pt x="1290547" y="526203"/>
                  <a:pt x="1272757" y="490498"/>
                  <a:pt x="1272757" y="473044"/>
                </a:cubicBezTo>
                <a:cubicBezTo>
                  <a:pt x="1272757" y="455590"/>
                  <a:pt x="1220879" y="458218"/>
                  <a:pt x="1220879" y="393187"/>
                </a:cubicBezTo>
                <a:cubicBezTo>
                  <a:pt x="1220879" y="328185"/>
                  <a:pt x="1214883" y="286928"/>
                  <a:pt x="1214883" y="286928"/>
                </a:cubicBezTo>
                <a:lnTo>
                  <a:pt x="1187059" y="195908"/>
                </a:lnTo>
                <a:lnTo>
                  <a:pt x="1202843" y="148331"/>
                </a:lnTo>
                <a:lnTo>
                  <a:pt x="1270253" y="307719"/>
                </a:lnTo>
                <a:lnTo>
                  <a:pt x="1298330" y="399478"/>
                </a:lnTo>
                <a:lnTo>
                  <a:pt x="1334402" y="503138"/>
                </a:lnTo>
                <a:lnTo>
                  <a:pt x="1334402" y="621269"/>
                </a:lnTo>
                <a:lnTo>
                  <a:pt x="1298330" y="724899"/>
                </a:lnTo>
                <a:close/>
                <a:moveTo>
                  <a:pt x="1214161" y="794697"/>
                </a:moveTo>
                <a:lnTo>
                  <a:pt x="1162527" y="743825"/>
                </a:lnTo>
                <a:lnTo>
                  <a:pt x="1168525" y="539878"/>
                </a:lnTo>
                <a:lnTo>
                  <a:pt x="1182322" y="681406"/>
                </a:lnTo>
                <a:lnTo>
                  <a:pt x="1203880" y="599637"/>
                </a:lnTo>
                <a:lnTo>
                  <a:pt x="1202840" y="510486"/>
                </a:lnTo>
                <a:lnTo>
                  <a:pt x="1242208" y="501599"/>
                </a:lnTo>
                <a:lnTo>
                  <a:pt x="1242208" y="595960"/>
                </a:lnTo>
                <a:close/>
                <a:moveTo>
                  <a:pt x="1833271" y="797070"/>
                </a:moveTo>
                <a:lnTo>
                  <a:pt x="1718958" y="559357"/>
                </a:lnTo>
                <a:lnTo>
                  <a:pt x="1763127" y="537366"/>
                </a:lnTo>
                <a:close/>
                <a:moveTo>
                  <a:pt x="895418" y="817862"/>
                </a:moveTo>
                <a:lnTo>
                  <a:pt x="895418" y="723494"/>
                </a:lnTo>
                <a:lnTo>
                  <a:pt x="920986" y="677360"/>
                </a:lnTo>
                <a:lnTo>
                  <a:pt x="910973" y="561034"/>
                </a:lnTo>
                <a:lnTo>
                  <a:pt x="864077" y="520120"/>
                </a:lnTo>
                <a:lnTo>
                  <a:pt x="850278" y="455233"/>
                </a:lnTo>
                <a:lnTo>
                  <a:pt x="918187" y="496852"/>
                </a:lnTo>
                <a:lnTo>
                  <a:pt x="957536" y="599781"/>
                </a:lnTo>
                <a:lnTo>
                  <a:pt x="981118" y="687500"/>
                </a:lnTo>
                <a:lnTo>
                  <a:pt x="941278" y="737630"/>
                </a:lnTo>
                <a:close/>
                <a:moveTo>
                  <a:pt x="1545801" y="905577"/>
                </a:moveTo>
                <a:cubicBezTo>
                  <a:pt x="1545801" y="905577"/>
                  <a:pt x="1528012" y="896654"/>
                  <a:pt x="1510198" y="887763"/>
                </a:cubicBezTo>
                <a:cubicBezTo>
                  <a:pt x="1492387" y="878867"/>
                  <a:pt x="1521993" y="786741"/>
                  <a:pt x="1521993" y="786741"/>
                </a:cubicBezTo>
                <a:lnTo>
                  <a:pt x="1557593" y="846880"/>
                </a:lnTo>
                <a:close/>
                <a:moveTo>
                  <a:pt x="2837588" y="1181112"/>
                </a:moveTo>
                <a:lnTo>
                  <a:pt x="2824108" y="1150744"/>
                </a:lnTo>
                <a:lnTo>
                  <a:pt x="2813076" y="1110817"/>
                </a:lnTo>
                <a:lnTo>
                  <a:pt x="2818591" y="1076776"/>
                </a:lnTo>
                <a:lnTo>
                  <a:pt x="2809008" y="1055980"/>
                </a:lnTo>
                <a:lnTo>
                  <a:pt x="2814668" y="1018544"/>
                </a:lnTo>
                <a:lnTo>
                  <a:pt x="2827391" y="1074691"/>
                </a:lnTo>
                <a:lnTo>
                  <a:pt x="2825548" y="1110960"/>
                </a:lnTo>
                <a:lnTo>
                  <a:pt x="2835823" y="1127179"/>
                </a:lnTo>
                <a:close/>
                <a:moveTo>
                  <a:pt x="2985908" y="1247975"/>
                </a:moveTo>
                <a:lnTo>
                  <a:pt x="2978556" y="1192294"/>
                </a:lnTo>
                <a:lnTo>
                  <a:pt x="2969973" y="1239305"/>
                </a:lnTo>
                <a:lnTo>
                  <a:pt x="2964608" y="1220871"/>
                </a:lnTo>
                <a:lnTo>
                  <a:pt x="2961616" y="1152643"/>
                </a:lnTo>
                <a:lnTo>
                  <a:pt x="2972352" y="1165466"/>
                </a:lnTo>
                <a:lnTo>
                  <a:pt x="2984142" y="1121093"/>
                </a:lnTo>
                <a:lnTo>
                  <a:pt x="2991423" y="1179746"/>
                </a:lnTo>
                <a:close/>
                <a:moveTo>
                  <a:pt x="2839017" y="1284231"/>
                </a:moveTo>
                <a:lnTo>
                  <a:pt x="2822610" y="1264196"/>
                </a:lnTo>
                <a:lnTo>
                  <a:pt x="2807357" y="1215260"/>
                </a:lnTo>
                <a:lnTo>
                  <a:pt x="2792406" y="1188567"/>
                </a:lnTo>
                <a:lnTo>
                  <a:pt x="2779681" y="1146830"/>
                </a:lnTo>
                <a:lnTo>
                  <a:pt x="2759825" y="1134004"/>
                </a:lnTo>
                <a:lnTo>
                  <a:pt x="2756219" y="1094083"/>
                </a:lnTo>
                <a:lnTo>
                  <a:pt x="2766492" y="1066201"/>
                </a:lnTo>
                <a:lnTo>
                  <a:pt x="2780202" y="1106484"/>
                </a:lnTo>
                <a:lnTo>
                  <a:pt x="2783800" y="1054893"/>
                </a:lnTo>
                <a:lnTo>
                  <a:pt x="2795302" y="1112090"/>
                </a:lnTo>
                <a:lnTo>
                  <a:pt x="2793459" y="1161461"/>
                </a:lnTo>
                <a:lnTo>
                  <a:pt x="2803876" y="1182537"/>
                </a:lnTo>
                <a:lnTo>
                  <a:pt x="2812854" y="1141426"/>
                </a:lnTo>
                <a:lnTo>
                  <a:pt x="2821901" y="1173990"/>
                </a:lnTo>
                <a:lnTo>
                  <a:pt x="2821901" y="1209081"/>
                </a:lnTo>
                <a:lnTo>
                  <a:pt x="2833788" y="1212478"/>
                </a:lnTo>
                <a:lnTo>
                  <a:pt x="2842759" y="1205545"/>
                </a:lnTo>
                <a:lnTo>
                  <a:pt x="2842759" y="1255798"/>
                </a:lnTo>
                <a:close/>
                <a:moveTo>
                  <a:pt x="3010474" y="1287957"/>
                </a:moveTo>
                <a:lnTo>
                  <a:pt x="3011164" y="1254490"/>
                </a:lnTo>
                <a:lnTo>
                  <a:pt x="2999270" y="1247420"/>
                </a:lnTo>
                <a:lnTo>
                  <a:pt x="3004786" y="1146182"/>
                </a:lnTo>
                <a:lnTo>
                  <a:pt x="3011337" y="1207953"/>
                </a:lnTo>
                <a:lnTo>
                  <a:pt x="3023127" y="1280889"/>
                </a:lnTo>
                <a:close/>
                <a:moveTo>
                  <a:pt x="2889486" y="1299932"/>
                </a:moveTo>
                <a:lnTo>
                  <a:pt x="2884048" y="1278996"/>
                </a:lnTo>
                <a:lnTo>
                  <a:pt x="2895004" y="1234347"/>
                </a:lnTo>
                <a:cubicBezTo>
                  <a:pt x="2895004" y="1234347"/>
                  <a:pt x="2896844" y="1210622"/>
                  <a:pt x="2896844" y="1203698"/>
                </a:cubicBezTo>
                <a:cubicBezTo>
                  <a:pt x="2896844" y="1196774"/>
                  <a:pt x="2891403" y="1182610"/>
                  <a:pt x="2891403" y="1175686"/>
                </a:cubicBezTo>
                <a:cubicBezTo>
                  <a:pt x="2891403" y="1168761"/>
                  <a:pt x="2875538" y="1169804"/>
                  <a:pt x="2875538" y="1144006"/>
                </a:cubicBezTo>
                <a:cubicBezTo>
                  <a:pt x="2875538" y="1118219"/>
                  <a:pt x="2873705" y="1101853"/>
                  <a:pt x="2873705" y="1101853"/>
                </a:cubicBezTo>
                <a:lnTo>
                  <a:pt x="2865196" y="1065744"/>
                </a:lnTo>
                <a:lnTo>
                  <a:pt x="2870022" y="1046870"/>
                </a:lnTo>
                <a:lnTo>
                  <a:pt x="2890638" y="1110101"/>
                </a:lnTo>
                <a:lnTo>
                  <a:pt x="2899224" y="1146501"/>
                </a:lnTo>
                <a:lnTo>
                  <a:pt x="2910255" y="1187624"/>
                </a:lnTo>
                <a:lnTo>
                  <a:pt x="2910255" y="1234487"/>
                </a:lnTo>
                <a:lnTo>
                  <a:pt x="2899224" y="1275599"/>
                </a:lnTo>
                <a:close/>
                <a:moveTo>
                  <a:pt x="2873484" y="1303287"/>
                </a:moveTo>
                <a:lnTo>
                  <a:pt x="2857694" y="1283106"/>
                </a:lnTo>
                <a:lnTo>
                  <a:pt x="2859528" y="1202199"/>
                </a:lnTo>
                <a:lnTo>
                  <a:pt x="2863747" y="1258344"/>
                </a:lnTo>
                <a:lnTo>
                  <a:pt x="2870340" y="1225906"/>
                </a:lnTo>
                <a:lnTo>
                  <a:pt x="2870022" y="1190539"/>
                </a:lnTo>
                <a:lnTo>
                  <a:pt x="2882061" y="1187013"/>
                </a:lnTo>
                <a:lnTo>
                  <a:pt x="2882061" y="1224447"/>
                </a:lnTo>
                <a:close/>
                <a:moveTo>
                  <a:pt x="3062815" y="1304228"/>
                </a:moveTo>
                <a:lnTo>
                  <a:pt x="3027856" y="1209927"/>
                </a:lnTo>
                <a:lnTo>
                  <a:pt x="3041364" y="1201203"/>
                </a:lnTo>
                <a:close/>
                <a:moveTo>
                  <a:pt x="2776008" y="1312477"/>
                </a:moveTo>
                <a:lnTo>
                  <a:pt x="2776008" y="1275041"/>
                </a:lnTo>
                <a:lnTo>
                  <a:pt x="2783827" y="1256739"/>
                </a:lnTo>
                <a:lnTo>
                  <a:pt x="2780765" y="1210592"/>
                </a:lnTo>
                <a:lnTo>
                  <a:pt x="2766424" y="1194362"/>
                </a:lnTo>
                <a:lnTo>
                  <a:pt x="2762204" y="1168620"/>
                </a:lnTo>
                <a:lnTo>
                  <a:pt x="2782972" y="1185131"/>
                </a:lnTo>
                <a:lnTo>
                  <a:pt x="2795004" y="1225963"/>
                </a:lnTo>
                <a:lnTo>
                  <a:pt x="2802216" y="1260762"/>
                </a:lnTo>
                <a:lnTo>
                  <a:pt x="2790032" y="1280649"/>
                </a:lnTo>
                <a:close/>
                <a:moveTo>
                  <a:pt x="2974903" y="1347274"/>
                </a:moveTo>
                <a:cubicBezTo>
                  <a:pt x="2974903" y="1347274"/>
                  <a:pt x="2969463" y="1343734"/>
                  <a:pt x="2964015" y="1340207"/>
                </a:cubicBezTo>
                <a:cubicBezTo>
                  <a:pt x="2958568" y="1336678"/>
                  <a:pt x="2967622" y="1300130"/>
                  <a:pt x="2967622" y="1300130"/>
                </a:cubicBezTo>
                <a:lnTo>
                  <a:pt x="2978509" y="1323988"/>
                </a:lnTo>
                <a:close/>
                <a:moveTo>
                  <a:pt x="3581" y="1600355"/>
                </a:moveTo>
                <a:lnTo>
                  <a:pt x="3766" y="1597945"/>
                </a:lnTo>
                <a:lnTo>
                  <a:pt x="1642" y="1599927"/>
                </a:lnTo>
                <a:close/>
                <a:moveTo>
                  <a:pt x="2502821" y="1619299"/>
                </a:moveTo>
                <a:lnTo>
                  <a:pt x="2465706" y="1610399"/>
                </a:lnTo>
                <a:lnTo>
                  <a:pt x="2459935" y="1516734"/>
                </a:lnTo>
                <a:lnTo>
                  <a:pt x="2453917" y="1368882"/>
                </a:lnTo>
                <a:lnTo>
                  <a:pt x="2388034" y="1233272"/>
                </a:lnTo>
                <a:lnTo>
                  <a:pt x="2437412" y="1277504"/>
                </a:lnTo>
                <a:lnTo>
                  <a:pt x="2472764" y="1294607"/>
                </a:lnTo>
                <a:lnTo>
                  <a:pt x="2508838" y="1347722"/>
                </a:lnTo>
                <a:cubicBezTo>
                  <a:pt x="2508838" y="1347722"/>
                  <a:pt x="2508838" y="1457310"/>
                  <a:pt x="2508838" y="1483349"/>
                </a:cubicBezTo>
                <a:cubicBezTo>
                  <a:pt x="2508838" y="1509388"/>
                  <a:pt x="2502821" y="1619299"/>
                  <a:pt x="2502821" y="1619299"/>
                </a:cubicBezTo>
                <a:close/>
                <a:moveTo>
                  <a:pt x="3267570" y="1630411"/>
                </a:moveTo>
                <a:lnTo>
                  <a:pt x="3256220" y="1626880"/>
                </a:lnTo>
                <a:lnTo>
                  <a:pt x="3254455" y="1589723"/>
                </a:lnTo>
                <a:lnTo>
                  <a:pt x="3252615" y="1531069"/>
                </a:lnTo>
                <a:lnTo>
                  <a:pt x="3232467" y="1477272"/>
                </a:lnTo>
                <a:lnTo>
                  <a:pt x="3247568" y="1494819"/>
                </a:lnTo>
                <a:lnTo>
                  <a:pt x="3258379" y="1501604"/>
                </a:lnTo>
                <a:lnTo>
                  <a:pt x="3269411" y="1522675"/>
                </a:lnTo>
                <a:cubicBezTo>
                  <a:pt x="3269411" y="1522675"/>
                  <a:pt x="3269411" y="1566150"/>
                  <a:pt x="3269411" y="1576479"/>
                </a:cubicBezTo>
                <a:cubicBezTo>
                  <a:pt x="3269411" y="1586809"/>
                  <a:pt x="3267570" y="1630411"/>
                  <a:pt x="3267570" y="1630411"/>
                </a:cubicBezTo>
                <a:close/>
                <a:moveTo>
                  <a:pt x="3210693" y="1642531"/>
                </a:moveTo>
                <a:lnTo>
                  <a:pt x="3198805" y="1619375"/>
                </a:lnTo>
                <a:lnTo>
                  <a:pt x="3178796" y="1581666"/>
                </a:lnTo>
                <a:lnTo>
                  <a:pt x="3175120" y="1534799"/>
                </a:lnTo>
                <a:lnTo>
                  <a:pt x="3175120" y="1473784"/>
                </a:lnTo>
                <a:lnTo>
                  <a:pt x="3194046" y="1473784"/>
                </a:lnTo>
                <a:lnTo>
                  <a:pt x="3194046" y="1499284"/>
                </a:lnTo>
                <a:lnTo>
                  <a:pt x="3201868" y="1488972"/>
                </a:lnTo>
                <a:lnTo>
                  <a:pt x="3211452" y="1504003"/>
                </a:lnTo>
                <a:lnTo>
                  <a:pt x="3193901" y="1551775"/>
                </a:lnTo>
                <a:lnTo>
                  <a:pt x="3200571" y="1564447"/>
                </a:lnTo>
                <a:lnTo>
                  <a:pt x="3215200" y="1532768"/>
                </a:lnTo>
                <a:lnTo>
                  <a:pt x="3224180" y="1556056"/>
                </a:lnTo>
                <a:lnTo>
                  <a:pt x="3227853" y="1611313"/>
                </a:lnTo>
                <a:lnTo>
                  <a:pt x="3232757" y="1590665"/>
                </a:lnTo>
                <a:lnTo>
                  <a:pt x="3238202" y="1532572"/>
                </a:lnTo>
                <a:lnTo>
                  <a:pt x="3243106" y="1573697"/>
                </a:lnTo>
                <a:lnTo>
                  <a:pt x="3241264" y="1614673"/>
                </a:lnTo>
                <a:lnTo>
                  <a:pt x="3232833" y="1634415"/>
                </a:lnTo>
                <a:close/>
                <a:moveTo>
                  <a:pt x="2876104" y="1646950"/>
                </a:moveTo>
                <a:lnTo>
                  <a:pt x="3309297" y="1646950"/>
                </a:lnTo>
                <a:lnTo>
                  <a:pt x="3301196" y="1586133"/>
                </a:lnTo>
                <a:cubicBezTo>
                  <a:pt x="3301196" y="1586133"/>
                  <a:pt x="3291467" y="1547095"/>
                  <a:pt x="3287950" y="1524245"/>
                </a:cubicBezTo>
                <a:cubicBezTo>
                  <a:pt x="3284432" y="1501362"/>
                  <a:pt x="3266171" y="1466288"/>
                  <a:pt x="3266171" y="1466288"/>
                </a:cubicBezTo>
                <a:lnTo>
                  <a:pt x="3243045" y="1452132"/>
                </a:lnTo>
                <a:lnTo>
                  <a:pt x="3233428" y="1459093"/>
                </a:lnTo>
                <a:lnTo>
                  <a:pt x="3215802" y="1445336"/>
                </a:lnTo>
                <a:lnTo>
                  <a:pt x="3186540" y="1438275"/>
                </a:lnTo>
                <a:lnTo>
                  <a:pt x="3170823" y="1404367"/>
                </a:lnTo>
                <a:lnTo>
                  <a:pt x="3143918" y="1393775"/>
                </a:lnTo>
                <a:lnTo>
                  <a:pt x="3124684" y="1361333"/>
                </a:lnTo>
                <a:lnTo>
                  <a:pt x="3097254" y="1364863"/>
                </a:lnTo>
                <a:lnTo>
                  <a:pt x="3084456" y="1325359"/>
                </a:lnTo>
                <a:lnTo>
                  <a:pt x="3072519" y="1309138"/>
                </a:lnTo>
                <a:lnTo>
                  <a:pt x="3044378" y="1189626"/>
                </a:lnTo>
                <a:lnTo>
                  <a:pt x="3026080" y="1193123"/>
                </a:lnTo>
                <a:lnTo>
                  <a:pt x="3013357" y="1141995"/>
                </a:lnTo>
                <a:lnTo>
                  <a:pt x="2983270" y="1109253"/>
                </a:lnTo>
                <a:lnTo>
                  <a:pt x="2961454" y="1139630"/>
                </a:lnTo>
                <a:lnTo>
                  <a:pt x="2949929" y="1143160"/>
                </a:lnTo>
                <a:lnTo>
                  <a:pt x="2941434" y="1060788"/>
                </a:lnTo>
                <a:lnTo>
                  <a:pt x="2911610" y="1046632"/>
                </a:lnTo>
                <a:lnTo>
                  <a:pt x="2888110" y="1005962"/>
                </a:lnTo>
                <a:lnTo>
                  <a:pt x="2861803" y="981347"/>
                </a:lnTo>
                <a:cubicBezTo>
                  <a:pt x="2861803" y="981347"/>
                  <a:pt x="2842270" y="984878"/>
                  <a:pt x="2839201" y="988409"/>
                </a:cubicBezTo>
                <a:cubicBezTo>
                  <a:pt x="2836132" y="991972"/>
                  <a:pt x="2824046" y="1008327"/>
                  <a:pt x="2824046" y="1008327"/>
                </a:cubicBezTo>
                <a:lnTo>
                  <a:pt x="2799797" y="1018786"/>
                </a:lnTo>
                <a:lnTo>
                  <a:pt x="2763350" y="1060022"/>
                </a:lnTo>
                <a:lnTo>
                  <a:pt x="2745088" y="1110452"/>
                </a:lnTo>
                <a:lnTo>
                  <a:pt x="2722038" y="1127839"/>
                </a:lnTo>
                <a:lnTo>
                  <a:pt x="2710586" y="1119711"/>
                </a:lnTo>
                <a:lnTo>
                  <a:pt x="2695506" y="1130203"/>
                </a:lnTo>
                <a:lnTo>
                  <a:pt x="2670995" y="1278427"/>
                </a:lnTo>
                <a:lnTo>
                  <a:pt x="2662090" y="1321762"/>
                </a:lnTo>
                <a:lnTo>
                  <a:pt x="2645624" y="1334586"/>
                </a:lnTo>
                <a:lnTo>
                  <a:pt x="2627924" y="1320463"/>
                </a:lnTo>
                <a:lnTo>
                  <a:pt x="2615202" y="1320463"/>
                </a:lnTo>
                <a:lnTo>
                  <a:pt x="2609030" y="1323200"/>
                </a:lnTo>
                <a:lnTo>
                  <a:pt x="2611064" y="1339825"/>
                </a:lnTo>
                <a:lnTo>
                  <a:pt x="2614089" y="1361119"/>
                </a:lnTo>
                <a:lnTo>
                  <a:pt x="2614812" y="1359101"/>
                </a:lnTo>
                <a:lnTo>
                  <a:pt x="2620327" y="1389481"/>
                </a:lnTo>
                <a:cubicBezTo>
                  <a:pt x="2620327" y="1389481"/>
                  <a:pt x="2619144" y="1392105"/>
                  <a:pt x="2617340" y="1396186"/>
                </a:cubicBezTo>
                <a:lnTo>
                  <a:pt x="2616191" y="1398833"/>
                </a:lnTo>
                <a:lnTo>
                  <a:pt x="2616234" y="1445372"/>
                </a:lnTo>
                <a:cubicBezTo>
                  <a:pt x="2615981" y="1454061"/>
                  <a:pt x="2615639" y="1462300"/>
                  <a:pt x="2615268" y="1469770"/>
                </a:cubicBezTo>
                <a:lnTo>
                  <a:pt x="2614712" y="1479397"/>
                </a:lnTo>
                <a:lnTo>
                  <a:pt x="2616576" y="1479109"/>
                </a:lnTo>
                <a:lnTo>
                  <a:pt x="2619946" y="1425292"/>
                </a:lnTo>
                <a:lnTo>
                  <a:pt x="2636872" y="1421771"/>
                </a:lnTo>
                <a:lnTo>
                  <a:pt x="2652673" y="1440345"/>
                </a:lnTo>
                <a:lnTo>
                  <a:pt x="2660021" y="1406592"/>
                </a:lnTo>
                <a:lnTo>
                  <a:pt x="2664170" y="1379139"/>
                </a:lnTo>
                <a:cubicBezTo>
                  <a:pt x="2664170" y="1379139"/>
                  <a:pt x="2684241" y="1389902"/>
                  <a:pt x="2684241" y="1396672"/>
                </a:cubicBezTo>
                <a:cubicBezTo>
                  <a:pt x="2684241" y="1403467"/>
                  <a:pt x="2660332" y="1449596"/>
                  <a:pt x="2657272" y="1458871"/>
                </a:cubicBezTo>
                <a:cubicBezTo>
                  <a:pt x="2654212" y="1468171"/>
                  <a:pt x="2646864" y="1485854"/>
                  <a:pt x="2646864" y="1499717"/>
                </a:cubicBezTo>
                <a:cubicBezTo>
                  <a:pt x="2646864" y="1513556"/>
                  <a:pt x="2652916" y="1520623"/>
                  <a:pt x="2652916" y="1520623"/>
                </a:cubicBezTo>
                <a:lnTo>
                  <a:pt x="2674906" y="1459912"/>
                </a:lnTo>
                <a:lnTo>
                  <a:pt x="2690620" y="1441189"/>
                </a:lnTo>
                <a:cubicBezTo>
                  <a:pt x="2690620" y="1441189"/>
                  <a:pt x="2697363" y="1433848"/>
                  <a:pt x="2699126" y="1427053"/>
                </a:cubicBezTo>
                <a:cubicBezTo>
                  <a:pt x="2700890" y="1420257"/>
                  <a:pt x="2716760" y="1394466"/>
                  <a:pt x="2716760" y="1394466"/>
                </a:cubicBezTo>
                <a:lnTo>
                  <a:pt x="2736296" y="1341989"/>
                </a:lnTo>
                <a:cubicBezTo>
                  <a:pt x="2736296" y="1341989"/>
                  <a:pt x="2742899" y="1321950"/>
                  <a:pt x="2738059" y="1321950"/>
                </a:cubicBezTo>
                <a:cubicBezTo>
                  <a:pt x="2733218" y="1321950"/>
                  <a:pt x="2706335" y="1318429"/>
                  <a:pt x="2706335" y="1318429"/>
                </a:cubicBezTo>
                <a:lnTo>
                  <a:pt x="2673920" y="1314882"/>
                </a:lnTo>
                <a:cubicBezTo>
                  <a:pt x="2673920" y="1314882"/>
                  <a:pt x="2685572" y="1174911"/>
                  <a:pt x="2695911" y="1159857"/>
                </a:cubicBezTo>
                <a:cubicBezTo>
                  <a:pt x="2706266" y="1144803"/>
                  <a:pt x="2711020" y="1144803"/>
                  <a:pt x="2711020" y="1144803"/>
                </a:cubicBezTo>
                <a:lnTo>
                  <a:pt x="2707338" y="1174886"/>
                </a:lnTo>
                <a:lnTo>
                  <a:pt x="2714616" y="1185203"/>
                </a:lnTo>
                <a:lnTo>
                  <a:pt x="2723122" y="1172257"/>
                </a:lnTo>
                <a:lnTo>
                  <a:pt x="2730487" y="1147631"/>
                </a:lnTo>
                <a:lnTo>
                  <a:pt x="2739459" y="1154699"/>
                </a:lnTo>
                <a:lnTo>
                  <a:pt x="2753480" y="1151326"/>
                </a:lnTo>
                <a:lnTo>
                  <a:pt x="2742657" y="1183616"/>
                </a:lnTo>
                <a:lnTo>
                  <a:pt x="2751094" y="1192891"/>
                </a:lnTo>
                <a:lnTo>
                  <a:pt x="2747429" y="1219873"/>
                </a:lnTo>
                <a:lnTo>
                  <a:pt x="2735240" y="1241970"/>
                </a:lnTo>
                <a:lnTo>
                  <a:pt x="2737004" y="1270143"/>
                </a:lnTo>
                <a:lnTo>
                  <a:pt x="2745977" y="1263075"/>
                </a:lnTo>
                <a:lnTo>
                  <a:pt x="2758096" y="1224313"/>
                </a:lnTo>
                <a:lnTo>
                  <a:pt x="2762919" y="1253503"/>
                </a:lnTo>
                <a:lnTo>
                  <a:pt x="2753722" y="1306252"/>
                </a:lnTo>
                <a:lnTo>
                  <a:pt x="2734947" y="1379957"/>
                </a:lnTo>
                <a:lnTo>
                  <a:pt x="2730037" y="1420629"/>
                </a:lnTo>
                <a:lnTo>
                  <a:pt x="2728204" y="1464104"/>
                </a:lnTo>
                <a:lnTo>
                  <a:pt x="2758096" y="1437146"/>
                </a:lnTo>
                <a:lnTo>
                  <a:pt x="2758096" y="1409147"/>
                </a:lnTo>
                <a:lnTo>
                  <a:pt x="2767898" y="1367880"/>
                </a:lnTo>
                <a:lnTo>
                  <a:pt x="2780000" y="1345610"/>
                </a:lnTo>
                <a:lnTo>
                  <a:pt x="2784840" y="1321008"/>
                </a:lnTo>
                <a:lnTo>
                  <a:pt x="2804376" y="1289611"/>
                </a:lnTo>
                <a:lnTo>
                  <a:pt x="2820852" y="1314213"/>
                </a:lnTo>
                <a:cubicBezTo>
                  <a:pt x="2820852" y="1314213"/>
                  <a:pt x="2829962" y="1354290"/>
                  <a:pt x="2828199" y="1364631"/>
                </a:cubicBezTo>
                <a:cubicBezTo>
                  <a:pt x="2826436" y="1374948"/>
                  <a:pt x="2817860" y="1400591"/>
                  <a:pt x="2817860" y="1400591"/>
                </a:cubicBezTo>
                <a:cubicBezTo>
                  <a:pt x="2817860" y="1400591"/>
                  <a:pt x="2821526" y="1431095"/>
                  <a:pt x="2821526" y="1438039"/>
                </a:cubicBezTo>
                <a:cubicBezTo>
                  <a:pt x="2821526" y="1444958"/>
                  <a:pt x="2819693" y="1477546"/>
                  <a:pt x="2819693" y="1477546"/>
                </a:cubicBezTo>
                <a:lnTo>
                  <a:pt x="2827040" y="1503189"/>
                </a:lnTo>
                <a:lnTo>
                  <a:pt x="2832555" y="1537240"/>
                </a:lnTo>
                <a:lnTo>
                  <a:pt x="2847734" y="1534883"/>
                </a:lnTo>
                <a:lnTo>
                  <a:pt x="2847734" y="1504528"/>
                </a:lnTo>
                <a:cubicBezTo>
                  <a:pt x="2847734" y="1504528"/>
                  <a:pt x="2831259" y="1472561"/>
                  <a:pt x="2831259" y="1465766"/>
                </a:cubicBezTo>
                <a:cubicBezTo>
                  <a:pt x="2831259" y="1458970"/>
                  <a:pt x="2839782" y="1451902"/>
                  <a:pt x="2839782" y="1451902"/>
                </a:cubicBezTo>
                <a:cubicBezTo>
                  <a:pt x="2839782" y="1451902"/>
                  <a:pt x="2852955" y="1432286"/>
                  <a:pt x="2846369" y="1429929"/>
                </a:cubicBezTo>
                <a:cubicBezTo>
                  <a:pt x="2839782" y="1427573"/>
                  <a:pt x="2827507" y="1414330"/>
                  <a:pt x="2827507" y="1407535"/>
                </a:cubicBezTo>
                <a:cubicBezTo>
                  <a:pt x="2827507" y="1400739"/>
                  <a:pt x="2843983" y="1386727"/>
                  <a:pt x="2843983" y="1386727"/>
                </a:cubicBezTo>
                <a:lnTo>
                  <a:pt x="2860233" y="1400740"/>
                </a:lnTo>
                <a:lnTo>
                  <a:pt x="2868134" y="1384520"/>
                </a:lnTo>
                <a:lnTo>
                  <a:pt x="2869362" y="1481043"/>
                </a:lnTo>
                <a:cubicBezTo>
                  <a:pt x="2869362" y="1481043"/>
                  <a:pt x="2876104" y="1547036"/>
                  <a:pt x="2876104" y="1553980"/>
                </a:cubicBezTo>
                <a:cubicBezTo>
                  <a:pt x="2876104" y="1560034"/>
                  <a:pt x="2876104" y="1629279"/>
                  <a:pt x="2876104" y="1646496"/>
                </a:cubicBezTo>
                <a:close/>
                <a:moveTo>
                  <a:pt x="2596733" y="1646950"/>
                </a:moveTo>
                <a:lnTo>
                  <a:pt x="2636830" y="1646950"/>
                </a:lnTo>
                <a:lnTo>
                  <a:pt x="2612777" y="1507680"/>
                </a:lnTo>
                <a:cubicBezTo>
                  <a:pt x="2612777" y="1507680"/>
                  <a:pt x="2613388" y="1500792"/>
                  <a:pt x="2614126" y="1489560"/>
                </a:cubicBezTo>
                <a:lnTo>
                  <a:pt x="2614712" y="1479397"/>
                </a:lnTo>
                <a:lnTo>
                  <a:pt x="2601396" y="1481464"/>
                </a:lnTo>
                <a:cubicBezTo>
                  <a:pt x="2601396" y="1481464"/>
                  <a:pt x="2597732" y="1450067"/>
                  <a:pt x="2599564" y="1440767"/>
                </a:cubicBezTo>
                <a:cubicBezTo>
                  <a:pt x="2600480" y="1436117"/>
                  <a:pt x="2605671" y="1423296"/>
                  <a:pt x="2610633" y="1411636"/>
                </a:cubicBezTo>
                <a:lnTo>
                  <a:pt x="2616191" y="1398833"/>
                </a:lnTo>
                <a:lnTo>
                  <a:pt x="2616184" y="1390374"/>
                </a:lnTo>
                <a:cubicBezTo>
                  <a:pt x="2615834" y="1381155"/>
                  <a:pt x="2615273" y="1372120"/>
                  <a:pt x="2614440" y="1363590"/>
                </a:cubicBezTo>
                <a:lnTo>
                  <a:pt x="2614089" y="1361119"/>
                </a:lnTo>
                <a:lnTo>
                  <a:pt x="2607672" y="1379015"/>
                </a:lnTo>
                <a:lnTo>
                  <a:pt x="2596798" y="1366194"/>
                </a:lnTo>
                <a:lnTo>
                  <a:pt x="2589451" y="1393151"/>
                </a:lnTo>
                <a:lnTo>
                  <a:pt x="2581083" y="1382834"/>
                </a:lnTo>
                <a:cubicBezTo>
                  <a:pt x="2581083" y="1382834"/>
                  <a:pt x="2570192" y="1412297"/>
                  <a:pt x="2568359" y="1419216"/>
                </a:cubicBezTo>
                <a:cubicBezTo>
                  <a:pt x="2566510" y="1426160"/>
                  <a:pt x="2556257" y="1460484"/>
                  <a:pt x="2556257" y="1460484"/>
                </a:cubicBezTo>
                <a:lnTo>
                  <a:pt x="2515872" y="1570993"/>
                </a:lnTo>
                <a:cubicBezTo>
                  <a:pt x="2515872" y="1570993"/>
                  <a:pt x="2536705" y="1539298"/>
                  <a:pt x="2540318" y="1532379"/>
                </a:cubicBezTo>
                <a:cubicBezTo>
                  <a:pt x="2543914" y="1525460"/>
                  <a:pt x="2570814" y="1468866"/>
                  <a:pt x="2570814" y="1468866"/>
                </a:cubicBezTo>
                <a:lnTo>
                  <a:pt x="2582310" y="1485234"/>
                </a:lnTo>
                <a:lnTo>
                  <a:pt x="2567737" y="1536967"/>
                </a:lnTo>
                <a:cubicBezTo>
                  <a:pt x="2567737" y="1536967"/>
                  <a:pt x="2543914" y="1580442"/>
                  <a:pt x="2535097" y="1587212"/>
                </a:cubicBezTo>
                <a:cubicBezTo>
                  <a:pt x="2528471" y="1592309"/>
                  <a:pt x="2513551" y="1609737"/>
                  <a:pt x="2506504" y="1618132"/>
                </a:cubicBezTo>
                <a:lnTo>
                  <a:pt x="2503330" y="1621947"/>
                </a:lnTo>
                <a:lnTo>
                  <a:pt x="2503274" y="1622895"/>
                </a:lnTo>
                <a:lnTo>
                  <a:pt x="2505320" y="1623482"/>
                </a:lnTo>
                <a:cubicBezTo>
                  <a:pt x="2510848" y="1625087"/>
                  <a:pt x="2525804" y="1629509"/>
                  <a:pt x="2557001" y="1639218"/>
                </a:cubicBezTo>
                <a:cubicBezTo>
                  <a:pt x="2562202" y="1640839"/>
                  <a:pt x="2571002" y="1642699"/>
                  <a:pt x="2582420" y="1644714"/>
                </a:cubicBezTo>
                <a:close/>
                <a:moveTo>
                  <a:pt x="1222728" y="1646950"/>
                </a:moveTo>
                <a:lnTo>
                  <a:pt x="2314900" y="1646950"/>
                </a:lnTo>
                <a:lnTo>
                  <a:pt x="2277960" y="1591482"/>
                </a:lnTo>
                <a:lnTo>
                  <a:pt x="2212532" y="1496423"/>
                </a:lnTo>
                <a:lnTo>
                  <a:pt x="2200511" y="1378284"/>
                </a:lnTo>
                <a:lnTo>
                  <a:pt x="2200511" y="1224480"/>
                </a:lnTo>
                <a:lnTo>
                  <a:pt x="2262398" y="1224480"/>
                </a:lnTo>
                <a:lnTo>
                  <a:pt x="2262398" y="1288759"/>
                </a:lnTo>
                <a:lnTo>
                  <a:pt x="2287974" y="1262764"/>
                </a:lnTo>
                <a:lnTo>
                  <a:pt x="2319314" y="1300654"/>
                </a:lnTo>
                <a:lnTo>
                  <a:pt x="2261924" y="1421077"/>
                </a:lnTo>
                <a:lnTo>
                  <a:pt x="2283733" y="1453020"/>
                </a:lnTo>
                <a:lnTo>
                  <a:pt x="2331572" y="1373164"/>
                </a:lnTo>
                <a:lnTo>
                  <a:pt x="2360935" y="1431869"/>
                </a:lnTo>
                <a:lnTo>
                  <a:pt x="2372946" y="1571159"/>
                </a:lnTo>
                <a:lnTo>
                  <a:pt x="2388981" y="1519110"/>
                </a:lnTo>
                <a:lnTo>
                  <a:pt x="2406786" y="1372671"/>
                </a:lnTo>
                <a:lnTo>
                  <a:pt x="2422822" y="1476336"/>
                </a:lnTo>
                <a:lnTo>
                  <a:pt x="2416801" y="1579627"/>
                </a:lnTo>
                <a:lnTo>
                  <a:pt x="2389228" y="1629391"/>
                </a:lnTo>
                <a:lnTo>
                  <a:pt x="2327102" y="1646950"/>
                </a:lnTo>
                <a:lnTo>
                  <a:pt x="2519444" y="1646950"/>
                </a:lnTo>
                <a:lnTo>
                  <a:pt x="2502116" y="1642424"/>
                </a:lnTo>
                <a:lnTo>
                  <a:pt x="2503274" y="1622895"/>
                </a:lnTo>
                <a:lnTo>
                  <a:pt x="2502682" y="1622726"/>
                </a:lnTo>
                <a:lnTo>
                  <a:pt x="2503330" y="1621947"/>
                </a:lnTo>
                <a:lnTo>
                  <a:pt x="2504848" y="1596325"/>
                </a:lnTo>
                <a:lnTo>
                  <a:pt x="2561690" y="1402269"/>
                </a:lnTo>
                <a:lnTo>
                  <a:pt x="2574413" y="1372025"/>
                </a:lnTo>
                <a:lnTo>
                  <a:pt x="2585452" y="1346244"/>
                </a:lnTo>
                <a:lnTo>
                  <a:pt x="2593947" y="1329889"/>
                </a:lnTo>
                <a:lnTo>
                  <a:pt x="2609030" y="1323200"/>
                </a:lnTo>
                <a:lnTo>
                  <a:pt x="2606211" y="1300160"/>
                </a:lnTo>
                <a:cubicBezTo>
                  <a:pt x="2604594" y="1264383"/>
                  <a:pt x="2611064" y="1241401"/>
                  <a:pt x="2611064" y="1241401"/>
                </a:cubicBezTo>
                <a:lnTo>
                  <a:pt x="2558324" y="1153588"/>
                </a:lnTo>
                <a:lnTo>
                  <a:pt x="2495062" y="1125432"/>
                </a:lnTo>
                <a:lnTo>
                  <a:pt x="2421276" y="1048146"/>
                </a:lnTo>
                <a:lnTo>
                  <a:pt x="2361562" y="1045640"/>
                </a:lnTo>
                <a:lnTo>
                  <a:pt x="2301725" y="932176"/>
                </a:lnTo>
                <a:lnTo>
                  <a:pt x="2270154" y="840770"/>
                </a:lnTo>
                <a:lnTo>
                  <a:pt x="2185845" y="745856"/>
                </a:lnTo>
                <a:lnTo>
                  <a:pt x="2097864" y="707172"/>
                </a:lnTo>
                <a:lnTo>
                  <a:pt x="2034602" y="598220"/>
                </a:lnTo>
                <a:lnTo>
                  <a:pt x="1943318" y="517426"/>
                </a:lnTo>
                <a:lnTo>
                  <a:pt x="1901102" y="411983"/>
                </a:lnTo>
                <a:lnTo>
                  <a:pt x="1713149" y="517008"/>
                </a:lnTo>
                <a:lnTo>
                  <a:pt x="1671545" y="388087"/>
                </a:lnTo>
                <a:lnTo>
                  <a:pt x="1573163" y="305622"/>
                </a:lnTo>
                <a:lnTo>
                  <a:pt x="1501824" y="382155"/>
                </a:lnTo>
                <a:lnTo>
                  <a:pt x="1496930" y="244379"/>
                </a:lnTo>
                <a:lnTo>
                  <a:pt x="1436359" y="183469"/>
                </a:lnTo>
                <a:lnTo>
                  <a:pt x="1364286" y="78027"/>
                </a:lnTo>
                <a:lnTo>
                  <a:pt x="1261989" y="45191"/>
                </a:lnTo>
                <a:lnTo>
                  <a:pt x="1205211" y="46445"/>
                </a:lnTo>
                <a:cubicBezTo>
                  <a:pt x="1205211" y="46445"/>
                  <a:pt x="1112092" y="-7948"/>
                  <a:pt x="1102058" y="992"/>
                </a:cubicBezTo>
                <a:cubicBezTo>
                  <a:pt x="1092024" y="9933"/>
                  <a:pt x="1052500" y="51123"/>
                  <a:pt x="1052500" y="51123"/>
                </a:cubicBezTo>
                <a:lnTo>
                  <a:pt x="973207" y="4251"/>
                </a:lnTo>
                <a:lnTo>
                  <a:pt x="846682" y="78027"/>
                </a:lnTo>
                <a:lnTo>
                  <a:pt x="782195" y="137850"/>
                </a:lnTo>
                <a:lnTo>
                  <a:pt x="756866" y="183469"/>
                </a:lnTo>
                <a:lnTo>
                  <a:pt x="660442" y="208117"/>
                </a:lnTo>
                <a:lnTo>
                  <a:pt x="632176" y="358427"/>
                </a:lnTo>
                <a:lnTo>
                  <a:pt x="505038" y="531462"/>
                </a:lnTo>
                <a:lnTo>
                  <a:pt x="438962" y="665061"/>
                </a:lnTo>
                <a:lnTo>
                  <a:pt x="438962" y="759893"/>
                </a:lnTo>
                <a:lnTo>
                  <a:pt x="411184" y="837930"/>
                </a:lnTo>
                <a:lnTo>
                  <a:pt x="369580" y="837930"/>
                </a:lnTo>
                <a:lnTo>
                  <a:pt x="300077" y="861742"/>
                </a:lnTo>
                <a:lnTo>
                  <a:pt x="217481" y="911038"/>
                </a:lnTo>
                <a:lnTo>
                  <a:pt x="135741" y="977795"/>
                </a:lnTo>
                <a:lnTo>
                  <a:pt x="47026" y="1153588"/>
                </a:lnTo>
                <a:lnTo>
                  <a:pt x="8726" y="1533414"/>
                </a:lnTo>
                <a:lnTo>
                  <a:pt x="3766" y="1597945"/>
                </a:lnTo>
                <a:lnTo>
                  <a:pt x="5012" y="1596783"/>
                </a:lnTo>
                <a:cubicBezTo>
                  <a:pt x="20166" y="1582692"/>
                  <a:pt x="82362" y="1525393"/>
                  <a:pt x="107639" y="1510405"/>
                </a:cubicBezTo>
                <a:cubicBezTo>
                  <a:pt x="136470" y="1493338"/>
                  <a:pt x="214371" y="1383749"/>
                  <a:pt x="214371" y="1383749"/>
                </a:cubicBezTo>
                <a:lnTo>
                  <a:pt x="262027" y="1253343"/>
                </a:lnTo>
                <a:lnTo>
                  <a:pt x="224433" y="1212083"/>
                </a:lnTo>
                <a:cubicBezTo>
                  <a:pt x="224433" y="1212083"/>
                  <a:pt x="136470" y="1354742"/>
                  <a:pt x="124711" y="1372184"/>
                </a:cubicBezTo>
                <a:cubicBezTo>
                  <a:pt x="112896" y="1389626"/>
                  <a:pt x="44776" y="1469521"/>
                  <a:pt x="44776" y="1469521"/>
                </a:cubicBezTo>
                <a:lnTo>
                  <a:pt x="176833" y="1190953"/>
                </a:lnTo>
                <a:cubicBezTo>
                  <a:pt x="176833" y="1190953"/>
                  <a:pt x="210357" y="1104432"/>
                  <a:pt x="216406" y="1086990"/>
                </a:cubicBezTo>
                <a:cubicBezTo>
                  <a:pt x="222398" y="1069486"/>
                  <a:pt x="258013" y="995218"/>
                  <a:pt x="258013" y="995218"/>
                </a:cubicBezTo>
                <a:lnTo>
                  <a:pt x="285374" y="1021224"/>
                </a:lnTo>
                <a:lnTo>
                  <a:pt x="309401" y="953270"/>
                </a:lnTo>
                <a:lnTo>
                  <a:pt x="344959" y="985590"/>
                </a:lnTo>
                <a:lnTo>
                  <a:pt x="368307" y="935391"/>
                </a:lnTo>
                <a:lnTo>
                  <a:pt x="386340" y="1011972"/>
                </a:lnTo>
                <a:cubicBezTo>
                  <a:pt x="386340" y="1011972"/>
                  <a:pt x="324438" y="1117810"/>
                  <a:pt x="318445" y="1141254"/>
                </a:cubicBezTo>
                <a:cubicBezTo>
                  <a:pt x="312453" y="1164697"/>
                  <a:pt x="324438" y="1243840"/>
                  <a:pt x="324438" y="1243840"/>
                </a:cubicBezTo>
                <a:lnTo>
                  <a:pt x="374073" y="1237901"/>
                </a:lnTo>
                <a:lnTo>
                  <a:pt x="385097" y="1102244"/>
                </a:lnTo>
                <a:lnTo>
                  <a:pt x="440441" y="1093367"/>
                </a:lnTo>
                <a:lnTo>
                  <a:pt x="492111" y="1140190"/>
                </a:lnTo>
                <a:lnTo>
                  <a:pt x="516137" y="1055108"/>
                </a:lnTo>
                <a:lnTo>
                  <a:pt x="529705" y="985903"/>
                </a:lnTo>
                <a:cubicBezTo>
                  <a:pt x="529705" y="985903"/>
                  <a:pt x="595338" y="1013035"/>
                  <a:pt x="595338" y="1030101"/>
                </a:cubicBezTo>
                <a:cubicBezTo>
                  <a:pt x="595338" y="1047231"/>
                  <a:pt x="517155" y="1163508"/>
                  <a:pt x="507149" y="1186889"/>
                </a:cubicBezTo>
                <a:cubicBezTo>
                  <a:pt x="497143" y="1210332"/>
                  <a:pt x="473117" y="1254906"/>
                  <a:pt x="473117" y="1289852"/>
                </a:cubicBezTo>
                <a:cubicBezTo>
                  <a:pt x="473117" y="1324798"/>
                  <a:pt x="492903" y="1342552"/>
                  <a:pt x="492903" y="1342552"/>
                </a:cubicBezTo>
                <a:lnTo>
                  <a:pt x="564811" y="1189515"/>
                </a:lnTo>
                <a:lnTo>
                  <a:pt x="616198" y="1142316"/>
                </a:lnTo>
                <a:cubicBezTo>
                  <a:pt x="616198" y="1142316"/>
                  <a:pt x="638246" y="1123812"/>
                  <a:pt x="644012" y="1106682"/>
                </a:cubicBezTo>
                <a:cubicBezTo>
                  <a:pt x="649778" y="1089554"/>
                  <a:pt x="701674" y="1024537"/>
                  <a:pt x="701674" y="1024537"/>
                </a:cubicBezTo>
                <a:lnTo>
                  <a:pt x="765555" y="892255"/>
                </a:lnTo>
                <a:cubicBezTo>
                  <a:pt x="765555" y="892255"/>
                  <a:pt x="787151" y="841743"/>
                  <a:pt x="771322" y="841743"/>
                </a:cubicBezTo>
                <a:cubicBezTo>
                  <a:pt x="755492" y="841743"/>
                  <a:pt x="667586" y="832866"/>
                  <a:pt x="667586" y="832866"/>
                </a:cubicBezTo>
                <a:lnTo>
                  <a:pt x="561589" y="823926"/>
                </a:lnTo>
                <a:cubicBezTo>
                  <a:pt x="561589" y="823926"/>
                  <a:pt x="599691" y="471091"/>
                  <a:pt x="633497" y="433144"/>
                </a:cubicBezTo>
                <a:cubicBezTo>
                  <a:pt x="667360" y="395198"/>
                  <a:pt x="682906" y="395198"/>
                  <a:pt x="682906" y="395198"/>
                </a:cubicBezTo>
                <a:lnTo>
                  <a:pt x="670865" y="471029"/>
                </a:lnTo>
                <a:lnTo>
                  <a:pt x="694664" y="497035"/>
                </a:lnTo>
                <a:lnTo>
                  <a:pt x="722478" y="464402"/>
                </a:lnTo>
                <a:lnTo>
                  <a:pt x="746560" y="402324"/>
                </a:lnTo>
                <a:lnTo>
                  <a:pt x="775901" y="420141"/>
                </a:lnTo>
                <a:lnTo>
                  <a:pt x="821748" y="411639"/>
                </a:lnTo>
                <a:lnTo>
                  <a:pt x="786359" y="493034"/>
                </a:lnTo>
                <a:lnTo>
                  <a:pt x="813946" y="516414"/>
                </a:lnTo>
                <a:lnTo>
                  <a:pt x="801961" y="584430"/>
                </a:lnTo>
                <a:lnTo>
                  <a:pt x="762107" y="640132"/>
                </a:lnTo>
                <a:lnTo>
                  <a:pt x="767873" y="711149"/>
                </a:lnTo>
                <a:lnTo>
                  <a:pt x="797213" y="693332"/>
                </a:lnTo>
                <a:lnTo>
                  <a:pt x="836842" y="595621"/>
                </a:lnTo>
                <a:lnTo>
                  <a:pt x="852614" y="669201"/>
                </a:lnTo>
                <a:lnTo>
                  <a:pt x="822539" y="802171"/>
                </a:lnTo>
                <a:lnTo>
                  <a:pt x="761146" y="987966"/>
                </a:lnTo>
                <a:lnTo>
                  <a:pt x="745091" y="1090491"/>
                </a:lnTo>
                <a:lnTo>
                  <a:pt x="739098" y="1200080"/>
                </a:lnTo>
                <a:lnTo>
                  <a:pt x="836842" y="1132126"/>
                </a:lnTo>
                <a:lnTo>
                  <a:pt x="836842" y="1061547"/>
                </a:lnTo>
                <a:lnTo>
                  <a:pt x="868896" y="957521"/>
                </a:lnTo>
                <a:lnTo>
                  <a:pt x="908468" y="901383"/>
                </a:lnTo>
                <a:lnTo>
                  <a:pt x="924297" y="839368"/>
                </a:lnTo>
                <a:lnTo>
                  <a:pt x="988178" y="760223"/>
                </a:lnTo>
                <a:lnTo>
                  <a:pt x="1042052" y="822238"/>
                </a:lnTo>
                <a:cubicBezTo>
                  <a:pt x="1042052" y="822238"/>
                  <a:pt x="1071845" y="923263"/>
                  <a:pt x="1066078" y="949332"/>
                </a:cubicBezTo>
                <a:cubicBezTo>
                  <a:pt x="1060312" y="975338"/>
                  <a:pt x="1032272" y="1039979"/>
                  <a:pt x="1032272" y="1039979"/>
                </a:cubicBezTo>
                <a:cubicBezTo>
                  <a:pt x="1032272" y="1039979"/>
                  <a:pt x="1044257" y="1116872"/>
                  <a:pt x="1044257" y="1134376"/>
                </a:cubicBezTo>
                <a:cubicBezTo>
                  <a:pt x="1044257" y="1151818"/>
                  <a:pt x="1038265" y="1233964"/>
                  <a:pt x="1038265" y="1233964"/>
                </a:cubicBezTo>
                <a:lnTo>
                  <a:pt x="1062291" y="1298604"/>
                </a:lnTo>
                <a:lnTo>
                  <a:pt x="1080324" y="1384437"/>
                </a:lnTo>
                <a:lnTo>
                  <a:pt x="1129959" y="1378498"/>
                </a:lnTo>
                <a:lnTo>
                  <a:pt x="1129959" y="1301980"/>
                </a:lnTo>
                <a:cubicBezTo>
                  <a:pt x="1129959" y="1301980"/>
                  <a:pt x="1076084" y="1221398"/>
                  <a:pt x="1076084" y="1204268"/>
                </a:cubicBezTo>
                <a:cubicBezTo>
                  <a:pt x="1076084" y="1187140"/>
                  <a:pt x="1103954" y="1169322"/>
                  <a:pt x="1103954" y="1169322"/>
                </a:cubicBezTo>
                <a:cubicBezTo>
                  <a:pt x="1103954" y="1169322"/>
                  <a:pt x="1147032" y="1119873"/>
                  <a:pt x="1125493" y="1113934"/>
                </a:cubicBezTo>
                <a:cubicBezTo>
                  <a:pt x="1103954" y="1107995"/>
                  <a:pt x="1063817" y="1074612"/>
                  <a:pt x="1063817" y="1057483"/>
                </a:cubicBezTo>
                <a:cubicBezTo>
                  <a:pt x="1063817" y="1040353"/>
                  <a:pt x="1117692" y="1005033"/>
                  <a:pt x="1117692" y="1005033"/>
                </a:cubicBezTo>
                <a:lnTo>
                  <a:pt x="1170832" y="1040353"/>
                </a:lnTo>
                <a:lnTo>
                  <a:pt x="1196666" y="999468"/>
                </a:lnTo>
                <a:lnTo>
                  <a:pt x="1200680" y="1242778"/>
                </a:lnTo>
                <a:cubicBezTo>
                  <a:pt x="1200680" y="1242778"/>
                  <a:pt x="1222728" y="1409131"/>
                  <a:pt x="1222728" y="1426635"/>
                </a:cubicBezTo>
                <a:cubicBezTo>
                  <a:pt x="1222728" y="1439716"/>
                  <a:pt x="1222728" y="1569826"/>
                  <a:pt x="1222728" y="1634063"/>
                </a:cubicBezTo>
                <a:close/>
                <a:moveTo>
                  <a:pt x="0" y="1646950"/>
                </a:moveTo>
                <a:lnTo>
                  <a:pt x="207203" y="1646950"/>
                </a:lnTo>
                <a:lnTo>
                  <a:pt x="179265" y="1641562"/>
                </a:lnTo>
                <a:cubicBezTo>
                  <a:pt x="77253" y="1617040"/>
                  <a:pt x="28346" y="1605881"/>
                  <a:pt x="10268" y="1601834"/>
                </a:cubicBezTo>
                <a:lnTo>
                  <a:pt x="3581" y="1600355"/>
                </a:lnTo>
                <a:close/>
              </a:path>
            </a:pathLst>
          </a:custGeom>
          <a:solidFill>
            <a:srgbClr val="3498DB"/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txBody>
          <a:bodyPr wrap="square" anchor="ctr">
            <a:noAutofit/>
          </a:bodyPr>
          <a:p>
            <a:pPr algn="ctr"/>
            <a:endParaRPr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直接连接符 83"/>
          <p:cNvSpPr/>
          <p:nvPr>
            <p:custDataLst>
              <p:tags r:id="rId5"/>
            </p:custDataLst>
          </p:nvPr>
        </p:nvSpPr>
        <p:spPr>
          <a:xfrm>
            <a:off x="6225267" y="4265687"/>
            <a:ext cx="2252824" cy="0"/>
          </a:xfrm>
          <a:prstGeom prst="line">
            <a:avLst/>
          </a:prstGeom>
          <a:solidFill>
            <a:srgbClr val="ADC6E2"/>
          </a:solidFill>
          <a:ln w="25400">
            <a:solidFill>
              <a:srgbClr val="000000">
                <a:lumMod val="50000"/>
                <a:lumOff val="50000"/>
              </a:srgbClr>
            </a:solidFill>
            <a:custDash>
              <a:ds d="200000" sp="200000"/>
            </a:custDash>
            <a:miter lim="400000"/>
          </a:ln>
        </p:spPr>
        <p:txBody>
          <a:bodyPr anchor="ctr"/>
          <a:p>
            <a:pPr algn="ctr"/>
            <a:endParaRPr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椭圆 87"/>
          <p:cNvSpPr/>
          <p:nvPr>
            <p:custDataLst>
              <p:tags r:id="rId6"/>
            </p:custDataLst>
          </p:nvPr>
        </p:nvSpPr>
        <p:spPr>
          <a:xfrm>
            <a:off x="2931727" y="2923265"/>
            <a:ext cx="74498" cy="72968"/>
          </a:xfrm>
          <a:prstGeom prst="ellipse">
            <a:avLst/>
          </a:prstGeom>
          <a:noFill/>
          <a:ln w="25400">
            <a:solidFill>
              <a:srgbClr val="7F7F7F"/>
            </a:solidFill>
            <a:prstDash val="sysDash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椭圆 88"/>
          <p:cNvSpPr/>
          <p:nvPr>
            <p:custDataLst>
              <p:tags r:id="rId7"/>
            </p:custDataLst>
          </p:nvPr>
        </p:nvSpPr>
        <p:spPr>
          <a:xfrm>
            <a:off x="6120922" y="4229204"/>
            <a:ext cx="74498" cy="72968"/>
          </a:xfrm>
          <a:prstGeom prst="ellipse">
            <a:avLst/>
          </a:prstGeom>
          <a:noFill/>
          <a:ln w="25400">
            <a:solidFill>
              <a:srgbClr val="7F7F7F"/>
            </a:solidFill>
            <a:prstDash val="sysDash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/>
          <p:cNvSpPr/>
          <p:nvPr>
            <p:custDataLst>
              <p:tags r:id="rId8"/>
            </p:custDataLst>
          </p:nvPr>
        </p:nvSpPr>
        <p:spPr>
          <a:xfrm>
            <a:off x="6393180" y="3644900"/>
            <a:ext cx="2054860" cy="408940"/>
          </a:xfrm>
          <a:prstGeom prst="rect">
            <a:avLst/>
          </a:prstGeom>
          <a:ln w="12700">
            <a:miter lim="400000"/>
          </a:ln>
        </p:spPr>
        <p:txBody>
          <a:bodyPr wrap="square" lIns="68580" tIns="34290" rIns="68580" bIns="34290" anchor="ctr" anchorCtr="0">
            <a:noAutofit/>
          </a:bodyPr>
          <a:p>
            <a:pPr lvl="0" algn="r">
              <a:lnSpc>
                <a:spcPct val="120000"/>
              </a:lnSpc>
              <a:defRPr sz="1800">
                <a:solidFill>
                  <a:srgbClr val="000000"/>
                </a:solidFill>
              </a:defRPr>
            </a:pPr>
            <a:r>
              <a:rPr lang="zh-CN" altLang="en-US" sz="1600" spc="150">
                <a:solidFill>
                  <a:srgbClr val="000000">
                    <a:lumMod val="100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只能寻求更好的数据集作为替代</a:t>
            </a:r>
            <a:endParaRPr lang="zh-CN" altLang="en-US" sz="1600" spc="150">
              <a:solidFill>
                <a:srgbClr val="000000">
                  <a:lumMod val="100000"/>
                </a:srgb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矩形 27"/>
          <p:cNvSpPr/>
          <p:nvPr>
            <p:custDataLst>
              <p:tags r:id="rId9"/>
            </p:custDataLst>
          </p:nvPr>
        </p:nvSpPr>
        <p:spPr>
          <a:xfrm>
            <a:off x="5960110" y="4364990"/>
            <a:ext cx="2517775" cy="320040"/>
          </a:xfrm>
          <a:prstGeom prst="rect">
            <a:avLst/>
          </a:prstGeom>
        </p:spPr>
        <p:txBody>
          <a:bodyPr wrap="square" lIns="68580" tIns="34290" rIns="68580" bIns="34290" anchor="ctr" anchorCtr="0"/>
          <a:p>
            <a:pPr lvl="0" algn="r">
              <a:lnSpc>
                <a:spcPct val="120000"/>
              </a:lnSpc>
            </a:pPr>
            <a:r>
              <a:rPr lang="en-US" altLang="zh-CN" sz="2000" b="1" spc="30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label</a:t>
            </a:r>
            <a:r>
              <a:rPr lang="zh-CN" altLang="en-US" sz="2000" b="1" spc="30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质量不高</a:t>
            </a:r>
            <a:endParaRPr lang="zh-CN" altLang="en-US" sz="2000" b="1" spc="30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>
            <p:custDataLst>
              <p:tags r:id="rId10"/>
            </p:custDataLst>
          </p:nvPr>
        </p:nvSpPr>
        <p:spPr>
          <a:xfrm>
            <a:off x="659130" y="2493010"/>
            <a:ext cx="2265680" cy="320040"/>
          </a:xfrm>
          <a:prstGeom prst="rect">
            <a:avLst/>
          </a:prstGeom>
        </p:spPr>
        <p:txBody>
          <a:bodyPr wrap="square" lIns="68580" tIns="34290" rIns="68580" bIns="34290" anchor="ctr" anchorCtr="0"/>
          <a:p>
            <a:pPr lvl="0">
              <a:lnSpc>
                <a:spcPct val="120000"/>
              </a:lnSpc>
            </a:pPr>
            <a:r>
              <a:rPr lang="zh-CN" altLang="en-US" sz="2000" b="1" spc="30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数据分布不平衡</a:t>
            </a:r>
            <a:endParaRPr lang="zh-CN" altLang="en-US" sz="2000" b="1" spc="30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11"/>
            </p:custDataLst>
          </p:nvPr>
        </p:nvSpPr>
        <p:spPr>
          <a:xfrm>
            <a:off x="828040" y="1196340"/>
            <a:ext cx="1963420" cy="437515"/>
          </a:xfrm>
          <a:prstGeom prst="rect">
            <a:avLst/>
          </a:prstGeom>
          <a:noFill/>
          <a:effectLst/>
        </p:spPr>
        <p:txBody>
          <a:bodyPr wrap="square" bIns="0" rtlCol="0" anchor="b" anchorCtr="0">
            <a:normAutofit lnSpcReduction="20000"/>
          </a:bodyPr>
          <a:p>
            <a:pPr algn="l">
              <a:lnSpc>
                <a:spcPct val="120000"/>
              </a:lnSpc>
            </a:pPr>
            <a:r>
              <a:rPr lang="zh-CN" altLang="en-US" sz="2400" b="1" spc="3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解决方法</a:t>
            </a:r>
            <a:endParaRPr lang="zh-CN" altLang="en-US" sz="2400" b="1" spc="30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12"/>
            </p:custDataLst>
          </p:nvPr>
        </p:nvSpPr>
        <p:spPr>
          <a:xfrm>
            <a:off x="611520" y="1268476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00A6CC">
              <a:shade val="50000"/>
            </a:srgbClr>
          </a:lnRef>
          <a:fillRef idx="1">
            <a:srgbClr val="00A6CC"/>
          </a:fillRef>
          <a:effectRef idx="0">
            <a:srgbClr val="00A6CC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539115" y="548640"/>
            <a:ext cx="247396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模型迁移效果</a:t>
            </a:r>
            <a:endParaRPr lang="zh-CN" altLang="en-US" sz="27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380380" y="61252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" y="1556385"/>
            <a:ext cx="8541385" cy="46272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547495" y="2204720"/>
            <a:ext cx="864235" cy="144145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907540" y="3213100"/>
            <a:ext cx="864235" cy="215900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475105" y="3500755"/>
            <a:ext cx="6845300" cy="208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55015" y="5373370"/>
            <a:ext cx="7987665" cy="21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699385" y="209423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标签体系</a:t>
            </a:r>
            <a:endParaRPr lang="zh-CN" altLang="en-US">
              <a:solidFill>
                <a:srgbClr val="FF0000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59430" y="284480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模型文件</a:t>
            </a:r>
            <a:endParaRPr lang="zh-CN" altLang="en-US">
              <a:solidFill>
                <a:srgbClr val="FF0000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04025" y="292481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输入文本</a:t>
            </a:r>
            <a:endParaRPr lang="zh-CN" altLang="en-US">
              <a:solidFill>
                <a:srgbClr val="FF0000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12180" y="458089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抽取结果</a:t>
            </a:r>
            <a:endParaRPr lang="zh-CN" altLang="en-US">
              <a:solidFill>
                <a:srgbClr val="FF0000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cxnSp>
        <p:nvCxnSpPr>
          <p:cNvPr id="17" name="直接箭头连接符 16"/>
          <p:cNvCxnSpPr>
            <a:stCxn id="4" idx="3"/>
            <a:endCxn id="10" idx="1"/>
          </p:cNvCxnSpPr>
          <p:nvPr/>
        </p:nvCxnSpPr>
        <p:spPr>
          <a:xfrm>
            <a:off x="2411730" y="2277110"/>
            <a:ext cx="287655" cy="12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5" idx="3"/>
          </p:cNvCxnSpPr>
          <p:nvPr/>
        </p:nvCxnSpPr>
        <p:spPr>
          <a:xfrm flipV="1">
            <a:off x="2771775" y="3140710"/>
            <a:ext cx="287655" cy="1803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6588125" y="3213100"/>
            <a:ext cx="287655" cy="28829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5579745" y="4869180"/>
            <a:ext cx="504190" cy="50419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539115" y="548640"/>
            <a:ext cx="247396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模型迁移效果</a:t>
            </a:r>
            <a:endParaRPr lang="zh-CN" altLang="en-US" sz="27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380380" y="61252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3" name="文本框 2"/>
          <p:cNvSpPr txBox="1"/>
          <p:nvPr/>
        </p:nvSpPr>
        <p:spPr>
          <a:xfrm>
            <a:off x="1115695" y="2348865"/>
            <a:ext cx="627888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本发明涉及一种</a:t>
            </a:r>
            <a:r>
              <a:rPr lang="zh-CN" altLang="en-US" sz="3200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激光光纤CCD光干涉瓦斯浓度检测系统</a:t>
            </a:r>
            <a:r>
              <a:rPr lang="zh-CN" altLang="en-US" sz="3200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，主要包括带尾纤的</a:t>
            </a:r>
            <a:r>
              <a:rPr lang="zh-CN" altLang="en-US" sz="3200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半导体激光器</a:t>
            </a:r>
            <a:r>
              <a:rPr lang="zh-CN" altLang="en-US" sz="3200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、多模石英光纤、光干涉瓦斯浓度</a:t>
            </a:r>
            <a:r>
              <a:rPr lang="zh-CN" altLang="en-US" sz="3200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传感器</a:t>
            </a:r>
            <a:r>
              <a:rPr lang="zh-CN" altLang="en-US" sz="3200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、</a:t>
            </a:r>
            <a:r>
              <a:rPr lang="zh-CN" altLang="en-US" sz="3200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CCD图像传感器</a:t>
            </a:r>
            <a:r>
              <a:rPr lang="zh-CN" altLang="en-US" sz="3200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，图像采集卡及计算机。</a:t>
            </a:r>
            <a:endParaRPr lang="zh-CN" altLang="en-US" sz="3200"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2"/>
          <p:cNvSpPr/>
          <p:nvPr>
            <p:custDataLst>
              <p:tags r:id="rId1"/>
            </p:custDataLst>
          </p:nvPr>
        </p:nvSpPr>
        <p:spPr>
          <a:xfrm>
            <a:off x="4787900" y="2996565"/>
            <a:ext cx="1895475" cy="627380"/>
          </a:xfrm>
          <a:prstGeom prst="rect">
            <a:avLst/>
          </a:prstGeom>
          <a:noFill/>
        </p:spPr>
        <p:txBody>
          <a:bodyPr vert="horz" wrap="square" lIns="101600" tIns="38100" rIns="76200" bIns="38100" rtlCol="0" anchor="b" anchorCtr="0"/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4400" b="1" i="0" u="none" strike="noStrike" kern="1200" cap="none" spc="0" normalizeH="0" baseline="0" noProof="1" dirty="0">
                <a:solidFill>
                  <a:schemeClr val="dk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z="3200"/>
              <a:t>当前工作</a:t>
            </a:r>
            <a:endParaRPr lang="zh-CN" altLang="en-US" sz="3200"/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2411413" y="2474193"/>
            <a:ext cx="1767635" cy="1672591"/>
          </a:xfrm>
          <a:prstGeom prst="rect">
            <a:avLst/>
          </a:prstGeom>
          <a:noFill/>
        </p:spPr>
        <p:txBody>
          <a:bodyPr wrap="square" rtlCol="0" anchor="ctr" anchorCtr="1">
            <a:normAutofit fontScale="90000"/>
          </a:bodyPr>
          <a:p>
            <a:pPr algn="r"/>
            <a:r>
              <a:rPr lang="en-US" altLang="zh-CN" sz="1065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altLang="zh-CN" sz="1065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3"/>
            </p:custDataLst>
          </p:nvPr>
        </p:nvCxnSpPr>
        <p:spPr>
          <a:xfrm>
            <a:off x="4535484" y="3037651"/>
            <a:ext cx="0" cy="614152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/>
          <p:nvPr>
            <p:custDataLst>
              <p:tags r:id="rId1"/>
            </p:custDataLst>
          </p:nvPr>
        </p:nvSpPr>
        <p:spPr>
          <a:xfrm>
            <a:off x="3745932" y="2718059"/>
            <a:ext cx="1602464" cy="1602464"/>
          </a:xfrm>
          <a:prstGeom prst="ellipse">
            <a:avLst/>
          </a:prstGeom>
          <a:solidFill>
            <a:srgbClr val="7AC2C7">
              <a:lumMod val="75000"/>
            </a:srgbClr>
          </a:solidFill>
          <a:ln>
            <a:noFill/>
          </a:ln>
        </p:spPr>
        <p:style>
          <a:lnRef idx="2">
            <a:srgbClr val="8590CA">
              <a:shade val="50000"/>
            </a:srgbClr>
          </a:lnRef>
          <a:fillRef idx="1">
            <a:srgbClr val="8590CA"/>
          </a:fillRef>
          <a:effectRef idx="0">
            <a:srgbClr val="8590CA"/>
          </a:effectRef>
          <a:fontRef idx="minor">
            <a:sysClr val="window" lastClr="FFFFFF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2"/>
            </p:custDataLst>
          </p:nvPr>
        </p:nvSpPr>
        <p:spPr>
          <a:xfrm>
            <a:off x="3664451" y="2636578"/>
            <a:ext cx="1765425" cy="1765425"/>
          </a:xfrm>
          <a:prstGeom prst="ellipse">
            <a:avLst/>
          </a:prstGeom>
          <a:noFill/>
          <a:ln w="28575">
            <a:solidFill>
              <a:srgbClr val="7AC2C7">
                <a:lumMod val="75000"/>
              </a:srgbClr>
            </a:solidFill>
          </a:ln>
        </p:spPr>
        <p:style>
          <a:lnRef idx="2">
            <a:srgbClr val="8590CA">
              <a:shade val="50000"/>
            </a:srgbClr>
          </a:lnRef>
          <a:fillRef idx="1">
            <a:srgbClr val="8590CA"/>
          </a:fillRef>
          <a:effectRef idx="0">
            <a:srgbClr val="8590CA"/>
          </a:effectRef>
          <a:fontRef idx="minor">
            <a:sysClr val="window" lastClr="FFFFFF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3216305" y="2188431"/>
            <a:ext cx="2661719" cy="2661719"/>
          </a:xfrm>
          <a:prstGeom prst="ellipse">
            <a:avLst/>
          </a:prstGeom>
          <a:noFill/>
          <a:ln w="19050">
            <a:solidFill>
              <a:srgbClr val="79B6D3">
                <a:lumMod val="50000"/>
              </a:srgbClr>
            </a:solidFill>
            <a:prstDash val="dash"/>
          </a:ln>
        </p:spPr>
        <p:style>
          <a:lnRef idx="2">
            <a:srgbClr val="8590CA">
              <a:shade val="50000"/>
            </a:srgbClr>
          </a:lnRef>
          <a:fillRef idx="1">
            <a:srgbClr val="8590CA"/>
          </a:fillRef>
          <a:effectRef idx="0">
            <a:srgbClr val="8590CA"/>
          </a:effectRef>
          <a:fontRef idx="minor">
            <a:sysClr val="window" lastClr="FFFFFF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椭圆 6"/>
          <p:cNvSpPr/>
          <p:nvPr>
            <p:custDataLst>
              <p:tags r:id="rId4"/>
            </p:custDataLst>
          </p:nvPr>
        </p:nvSpPr>
        <p:spPr>
          <a:xfrm>
            <a:off x="3002512" y="3307412"/>
            <a:ext cx="452798" cy="452798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rgbClr val="6BC0A7">
                <a:lumMod val="75000"/>
              </a:srgbClr>
            </a:solidFill>
          </a:ln>
        </p:spPr>
        <p:style>
          <a:lnRef idx="2">
            <a:srgbClr val="8590CA">
              <a:shade val="50000"/>
            </a:srgbClr>
          </a:lnRef>
          <a:fillRef idx="1">
            <a:srgbClr val="8590CA"/>
          </a:fillRef>
          <a:effectRef idx="0">
            <a:srgbClr val="8590CA"/>
          </a:effectRef>
          <a:fontRef idx="minor">
            <a:sysClr val="window" lastClr="FFFFFF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>
            <p:custDataLst>
              <p:tags r:id="rId5"/>
            </p:custDataLst>
          </p:nvPr>
        </p:nvSpPr>
        <p:spPr>
          <a:xfrm>
            <a:off x="5688555" y="3309772"/>
            <a:ext cx="452798" cy="452798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rgbClr val="79B6D3">
                <a:lumMod val="75000"/>
              </a:srgbClr>
            </a:solidFill>
          </a:ln>
        </p:spPr>
        <p:style>
          <a:lnRef idx="2">
            <a:srgbClr val="8590CA">
              <a:shade val="50000"/>
            </a:srgbClr>
          </a:lnRef>
          <a:fillRef idx="1">
            <a:srgbClr val="8590CA"/>
          </a:fillRef>
          <a:effectRef idx="0">
            <a:srgbClr val="8590CA"/>
          </a:effectRef>
          <a:fontRef idx="minor">
            <a:sysClr val="window" lastClr="FFFFFF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4" name="Freeform 28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3084013" y="3389438"/>
            <a:ext cx="289796" cy="288746"/>
          </a:xfrm>
          <a:custGeom>
            <a:avLst/>
            <a:gdLst>
              <a:gd name="T0" fmla="*/ 402042 w 144"/>
              <a:gd name="T1" fmla="*/ 184336 h 144"/>
              <a:gd name="T2" fmla="*/ 368538 w 144"/>
              <a:gd name="T3" fmla="*/ 139007 h 144"/>
              <a:gd name="T4" fmla="*/ 386813 w 144"/>
              <a:gd name="T5" fmla="*/ 99723 h 144"/>
              <a:gd name="T6" fmla="*/ 362447 w 144"/>
              <a:gd name="T7" fmla="*/ 51372 h 144"/>
              <a:gd name="T8" fmla="*/ 322852 w 144"/>
              <a:gd name="T9" fmla="*/ 66482 h 144"/>
              <a:gd name="T10" fmla="*/ 268028 w 144"/>
              <a:gd name="T11" fmla="*/ 57416 h 144"/>
              <a:gd name="T12" fmla="*/ 252799 w 144"/>
              <a:gd name="T13" fmla="*/ 18131 h 144"/>
              <a:gd name="T14" fmla="*/ 201021 w 144"/>
              <a:gd name="T15" fmla="*/ 0 h 144"/>
              <a:gd name="T16" fmla="*/ 185792 w 144"/>
              <a:gd name="T17" fmla="*/ 36263 h 144"/>
              <a:gd name="T18" fmla="*/ 140105 w 144"/>
              <a:gd name="T19" fmla="*/ 69504 h 144"/>
              <a:gd name="T20" fmla="*/ 100510 w 144"/>
              <a:gd name="T21" fmla="*/ 51372 h 144"/>
              <a:gd name="T22" fmla="*/ 51778 w 144"/>
              <a:gd name="T23" fmla="*/ 75547 h 144"/>
              <a:gd name="T24" fmla="*/ 67007 w 144"/>
              <a:gd name="T25" fmla="*/ 114832 h 144"/>
              <a:gd name="T26" fmla="*/ 57870 w 144"/>
              <a:gd name="T27" fmla="*/ 169226 h 144"/>
              <a:gd name="T28" fmla="*/ 18275 w 144"/>
              <a:gd name="T29" fmla="*/ 184336 h 144"/>
              <a:gd name="T30" fmla="*/ 0 w 144"/>
              <a:gd name="T31" fmla="*/ 235708 h 144"/>
              <a:gd name="T32" fmla="*/ 36549 w 144"/>
              <a:gd name="T33" fmla="*/ 250817 h 144"/>
              <a:gd name="T34" fmla="*/ 70053 w 144"/>
              <a:gd name="T35" fmla="*/ 296146 h 144"/>
              <a:gd name="T36" fmla="*/ 51778 w 144"/>
              <a:gd name="T37" fmla="*/ 335430 h 144"/>
              <a:gd name="T38" fmla="*/ 76144 w 144"/>
              <a:gd name="T39" fmla="*/ 383781 h 144"/>
              <a:gd name="T40" fmla="*/ 115739 w 144"/>
              <a:gd name="T41" fmla="*/ 368671 h 144"/>
              <a:gd name="T42" fmla="*/ 170563 w 144"/>
              <a:gd name="T43" fmla="*/ 377737 h 144"/>
              <a:gd name="T44" fmla="*/ 185792 w 144"/>
              <a:gd name="T45" fmla="*/ 417022 h 144"/>
              <a:gd name="T46" fmla="*/ 237570 w 144"/>
              <a:gd name="T47" fmla="*/ 435153 h 144"/>
              <a:gd name="T48" fmla="*/ 252799 w 144"/>
              <a:gd name="T49" fmla="*/ 398890 h 144"/>
              <a:gd name="T50" fmla="*/ 298486 w 144"/>
              <a:gd name="T51" fmla="*/ 365649 h 144"/>
              <a:gd name="T52" fmla="*/ 338081 w 144"/>
              <a:gd name="T53" fmla="*/ 383781 h 144"/>
              <a:gd name="T54" fmla="*/ 386813 w 144"/>
              <a:gd name="T55" fmla="*/ 359606 h 144"/>
              <a:gd name="T56" fmla="*/ 371584 w 144"/>
              <a:gd name="T57" fmla="*/ 320321 h 144"/>
              <a:gd name="T58" fmla="*/ 380721 w 144"/>
              <a:gd name="T59" fmla="*/ 265927 h 144"/>
              <a:gd name="T60" fmla="*/ 420316 w 144"/>
              <a:gd name="T61" fmla="*/ 250817 h 144"/>
              <a:gd name="T62" fmla="*/ 438591 w 144"/>
              <a:gd name="T63" fmla="*/ 199445 h 144"/>
              <a:gd name="T64" fmla="*/ 304577 w 144"/>
              <a:gd name="T65" fmla="*/ 217577 h 144"/>
              <a:gd name="T66" fmla="*/ 134014 w 144"/>
              <a:gd name="T67" fmla="*/ 217577 h 144"/>
              <a:gd name="T68" fmla="*/ 304577 w 144"/>
              <a:gd name="T69" fmla="*/ 217577 h 144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144" h="144">
                <a:moveTo>
                  <a:pt x="138" y="61"/>
                </a:moveTo>
                <a:cubicBezTo>
                  <a:pt x="132" y="61"/>
                  <a:pt x="132" y="61"/>
                  <a:pt x="132" y="61"/>
                </a:cubicBezTo>
                <a:cubicBezTo>
                  <a:pt x="129" y="61"/>
                  <a:pt x="126" y="59"/>
                  <a:pt x="125" y="5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19" y="44"/>
                  <a:pt x="120" y="40"/>
                  <a:pt x="122" y="38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9" y="31"/>
                  <a:pt x="129" y="27"/>
                  <a:pt x="127" y="25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5"/>
                  <a:pt x="113" y="15"/>
                  <a:pt x="111" y="17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4" y="24"/>
                  <a:pt x="100" y="25"/>
                  <a:pt x="98" y="23"/>
                </a:cubicBezTo>
                <a:cubicBezTo>
                  <a:pt x="88" y="19"/>
                  <a:pt x="88" y="19"/>
                  <a:pt x="88" y="19"/>
                </a:cubicBezTo>
                <a:cubicBezTo>
                  <a:pt x="85" y="18"/>
                  <a:pt x="83" y="15"/>
                  <a:pt x="83" y="12"/>
                </a:cubicBezTo>
                <a:cubicBezTo>
                  <a:pt x="83" y="6"/>
                  <a:pt x="83" y="6"/>
                  <a:pt x="83" y="6"/>
                </a:cubicBezTo>
                <a:cubicBezTo>
                  <a:pt x="83" y="2"/>
                  <a:pt x="81" y="0"/>
                  <a:pt x="78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3" y="0"/>
                  <a:pt x="61" y="2"/>
                  <a:pt x="61" y="6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5"/>
                  <a:pt x="59" y="18"/>
                  <a:pt x="56" y="19"/>
                </a:cubicBezTo>
                <a:cubicBezTo>
                  <a:pt x="46" y="23"/>
                  <a:pt x="46" y="23"/>
                  <a:pt x="46" y="23"/>
                </a:cubicBezTo>
                <a:cubicBezTo>
                  <a:pt x="44" y="25"/>
                  <a:pt x="40" y="24"/>
                  <a:pt x="38" y="22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5"/>
                  <a:pt x="27" y="15"/>
                  <a:pt x="25" y="17"/>
                </a:cubicBezTo>
                <a:cubicBezTo>
                  <a:pt x="17" y="25"/>
                  <a:pt x="17" y="25"/>
                  <a:pt x="17" y="25"/>
                </a:cubicBezTo>
                <a:cubicBezTo>
                  <a:pt x="15" y="27"/>
                  <a:pt x="15" y="31"/>
                  <a:pt x="17" y="33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40"/>
                  <a:pt x="25" y="44"/>
                  <a:pt x="23" y="46"/>
                </a:cubicBezTo>
                <a:cubicBezTo>
                  <a:pt x="19" y="56"/>
                  <a:pt x="19" y="56"/>
                  <a:pt x="19" y="56"/>
                </a:cubicBezTo>
                <a:cubicBezTo>
                  <a:pt x="18" y="59"/>
                  <a:pt x="15" y="61"/>
                  <a:pt x="12" y="61"/>
                </a:cubicBezTo>
                <a:cubicBezTo>
                  <a:pt x="6" y="61"/>
                  <a:pt x="6" y="61"/>
                  <a:pt x="6" y="61"/>
                </a:cubicBezTo>
                <a:cubicBezTo>
                  <a:pt x="2" y="61"/>
                  <a:pt x="0" y="63"/>
                  <a:pt x="0" y="66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81"/>
                  <a:pt x="2" y="83"/>
                  <a:pt x="6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5" y="83"/>
                  <a:pt x="18" y="85"/>
                  <a:pt x="19" y="88"/>
                </a:cubicBezTo>
                <a:cubicBezTo>
                  <a:pt x="23" y="98"/>
                  <a:pt x="23" y="98"/>
                  <a:pt x="23" y="98"/>
                </a:cubicBezTo>
                <a:cubicBezTo>
                  <a:pt x="25" y="100"/>
                  <a:pt x="24" y="104"/>
                  <a:pt x="22" y="106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15" y="113"/>
                  <a:pt x="15" y="117"/>
                  <a:pt x="17" y="119"/>
                </a:cubicBezTo>
                <a:cubicBezTo>
                  <a:pt x="25" y="127"/>
                  <a:pt x="25" y="127"/>
                  <a:pt x="25" y="127"/>
                </a:cubicBezTo>
                <a:cubicBezTo>
                  <a:pt x="27" y="129"/>
                  <a:pt x="31" y="129"/>
                  <a:pt x="33" y="127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40" y="120"/>
                  <a:pt x="44" y="119"/>
                  <a:pt x="46" y="121"/>
                </a:cubicBezTo>
                <a:cubicBezTo>
                  <a:pt x="56" y="125"/>
                  <a:pt x="56" y="125"/>
                  <a:pt x="56" y="125"/>
                </a:cubicBezTo>
                <a:cubicBezTo>
                  <a:pt x="59" y="126"/>
                  <a:pt x="61" y="129"/>
                  <a:pt x="61" y="132"/>
                </a:cubicBezTo>
                <a:cubicBezTo>
                  <a:pt x="61" y="138"/>
                  <a:pt x="61" y="138"/>
                  <a:pt x="61" y="138"/>
                </a:cubicBezTo>
                <a:cubicBezTo>
                  <a:pt x="61" y="142"/>
                  <a:pt x="63" y="144"/>
                  <a:pt x="66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81" y="144"/>
                  <a:pt x="83" y="142"/>
                  <a:pt x="83" y="138"/>
                </a:cubicBezTo>
                <a:cubicBezTo>
                  <a:pt x="83" y="132"/>
                  <a:pt x="83" y="132"/>
                  <a:pt x="83" y="132"/>
                </a:cubicBezTo>
                <a:cubicBezTo>
                  <a:pt x="83" y="129"/>
                  <a:pt x="85" y="126"/>
                  <a:pt x="88" y="125"/>
                </a:cubicBezTo>
                <a:cubicBezTo>
                  <a:pt x="98" y="121"/>
                  <a:pt x="98" y="121"/>
                  <a:pt x="98" y="121"/>
                </a:cubicBezTo>
                <a:cubicBezTo>
                  <a:pt x="100" y="119"/>
                  <a:pt x="104" y="120"/>
                  <a:pt x="106" y="122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13" y="129"/>
                  <a:pt x="117" y="129"/>
                  <a:pt x="119" y="127"/>
                </a:cubicBezTo>
                <a:cubicBezTo>
                  <a:pt x="127" y="119"/>
                  <a:pt x="127" y="119"/>
                  <a:pt x="127" y="119"/>
                </a:cubicBezTo>
                <a:cubicBezTo>
                  <a:pt x="129" y="117"/>
                  <a:pt x="129" y="113"/>
                  <a:pt x="127" y="111"/>
                </a:cubicBezTo>
                <a:cubicBezTo>
                  <a:pt x="122" y="106"/>
                  <a:pt x="122" y="106"/>
                  <a:pt x="122" y="106"/>
                </a:cubicBezTo>
                <a:cubicBezTo>
                  <a:pt x="120" y="104"/>
                  <a:pt x="119" y="100"/>
                  <a:pt x="121" y="98"/>
                </a:cubicBezTo>
                <a:cubicBezTo>
                  <a:pt x="125" y="88"/>
                  <a:pt x="125" y="88"/>
                  <a:pt x="125" y="88"/>
                </a:cubicBezTo>
                <a:cubicBezTo>
                  <a:pt x="126" y="85"/>
                  <a:pt x="129" y="83"/>
                  <a:pt x="132" y="83"/>
                </a:cubicBezTo>
                <a:cubicBezTo>
                  <a:pt x="138" y="83"/>
                  <a:pt x="138" y="83"/>
                  <a:pt x="138" y="83"/>
                </a:cubicBezTo>
                <a:cubicBezTo>
                  <a:pt x="142" y="83"/>
                  <a:pt x="144" y="81"/>
                  <a:pt x="144" y="78"/>
                </a:cubicBezTo>
                <a:cubicBezTo>
                  <a:pt x="144" y="66"/>
                  <a:pt x="144" y="66"/>
                  <a:pt x="144" y="66"/>
                </a:cubicBezTo>
                <a:cubicBezTo>
                  <a:pt x="144" y="63"/>
                  <a:pt x="142" y="61"/>
                  <a:pt x="138" y="61"/>
                </a:cubicBezTo>
                <a:moveTo>
                  <a:pt x="100" y="72"/>
                </a:moveTo>
                <a:cubicBezTo>
                  <a:pt x="100" y="87"/>
                  <a:pt x="87" y="100"/>
                  <a:pt x="72" y="100"/>
                </a:cubicBezTo>
                <a:cubicBezTo>
                  <a:pt x="57" y="100"/>
                  <a:pt x="44" y="87"/>
                  <a:pt x="44" y="72"/>
                </a:cubicBezTo>
                <a:cubicBezTo>
                  <a:pt x="44" y="57"/>
                  <a:pt x="57" y="44"/>
                  <a:pt x="72" y="44"/>
                </a:cubicBezTo>
                <a:cubicBezTo>
                  <a:pt x="87" y="44"/>
                  <a:pt x="100" y="57"/>
                  <a:pt x="100" y="72"/>
                </a:cubicBezTo>
              </a:path>
            </a:pathLst>
          </a:custGeom>
          <a:solidFill>
            <a:srgbClr val="6BC0A7">
              <a:lumMod val="75000"/>
              <a:alpha val="70195"/>
            </a:srgbClr>
          </a:solidFill>
          <a:ln>
            <a:noFill/>
          </a:ln>
        </p:spPr>
        <p:txBody>
          <a:bodyPr lIns="91440" tIns="45720" rIns="91440" bIns="45720"/>
          <a:p>
            <a:pPr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Freeform 128"/>
          <p:cNvSpPr/>
          <p:nvPr>
            <p:custDataLst>
              <p:tags r:id="rId7"/>
            </p:custDataLst>
          </p:nvPr>
        </p:nvSpPr>
        <p:spPr bwMode="auto">
          <a:xfrm>
            <a:off x="5770056" y="3380249"/>
            <a:ext cx="289796" cy="311845"/>
          </a:xfrm>
          <a:custGeom>
            <a:avLst/>
            <a:gdLst>
              <a:gd name="T0" fmla="*/ 237570 w 144"/>
              <a:gd name="T1" fmla="*/ 36373 h 156"/>
              <a:gd name="T2" fmla="*/ 237570 w 144"/>
              <a:gd name="T3" fmla="*/ 18186 h 156"/>
              <a:gd name="T4" fmla="*/ 219296 w 144"/>
              <a:gd name="T5" fmla="*/ 0 h 156"/>
              <a:gd name="T6" fmla="*/ 201021 w 144"/>
              <a:gd name="T7" fmla="*/ 18186 h 156"/>
              <a:gd name="T8" fmla="*/ 201021 w 144"/>
              <a:gd name="T9" fmla="*/ 36373 h 156"/>
              <a:gd name="T10" fmla="*/ 0 w 144"/>
              <a:gd name="T11" fmla="*/ 254608 h 156"/>
              <a:gd name="T12" fmla="*/ 3046 w 144"/>
              <a:gd name="T13" fmla="*/ 254608 h 156"/>
              <a:gd name="T14" fmla="*/ 73099 w 144"/>
              <a:gd name="T15" fmla="*/ 200049 h 156"/>
              <a:gd name="T16" fmla="*/ 143151 w 144"/>
              <a:gd name="T17" fmla="*/ 254608 h 156"/>
              <a:gd name="T18" fmla="*/ 149243 w 144"/>
              <a:gd name="T19" fmla="*/ 254608 h 156"/>
              <a:gd name="T20" fmla="*/ 201021 w 144"/>
              <a:gd name="T21" fmla="*/ 203080 h 156"/>
              <a:gd name="T22" fmla="*/ 201021 w 144"/>
              <a:gd name="T23" fmla="*/ 400099 h 156"/>
              <a:gd name="T24" fmla="*/ 164472 w 144"/>
              <a:gd name="T25" fmla="*/ 436471 h 156"/>
              <a:gd name="T26" fmla="*/ 127922 w 144"/>
              <a:gd name="T27" fmla="*/ 400099 h 156"/>
              <a:gd name="T28" fmla="*/ 109648 w 144"/>
              <a:gd name="T29" fmla="*/ 381912 h 156"/>
              <a:gd name="T30" fmla="*/ 91373 w 144"/>
              <a:gd name="T31" fmla="*/ 400099 h 156"/>
              <a:gd name="T32" fmla="*/ 164472 w 144"/>
              <a:gd name="T33" fmla="*/ 472844 h 156"/>
              <a:gd name="T34" fmla="*/ 237570 w 144"/>
              <a:gd name="T35" fmla="*/ 400099 h 156"/>
              <a:gd name="T36" fmla="*/ 237570 w 144"/>
              <a:gd name="T37" fmla="*/ 203080 h 156"/>
              <a:gd name="T38" fmla="*/ 289348 w 144"/>
              <a:gd name="T39" fmla="*/ 254608 h 156"/>
              <a:gd name="T40" fmla="*/ 295440 w 144"/>
              <a:gd name="T41" fmla="*/ 254608 h 156"/>
              <a:gd name="T42" fmla="*/ 365493 w 144"/>
              <a:gd name="T43" fmla="*/ 200049 h 156"/>
              <a:gd name="T44" fmla="*/ 435545 w 144"/>
              <a:gd name="T45" fmla="*/ 254608 h 156"/>
              <a:gd name="T46" fmla="*/ 438591 w 144"/>
              <a:gd name="T47" fmla="*/ 254608 h 156"/>
              <a:gd name="T48" fmla="*/ 237570 w 144"/>
              <a:gd name="T49" fmla="*/ 36373 h 15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44" h="156">
                <a:moveTo>
                  <a:pt x="78" y="12"/>
                </a:moveTo>
                <a:cubicBezTo>
                  <a:pt x="78" y="6"/>
                  <a:pt x="78" y="6"/>
                  <a:pt x="78" y="6"/>
                </a:cubicBezTo>
                <a:cubicBezTo>
                  <a:pt x="78" y="3"/>
                  <a:pt x="75" y="0"/>
                  <a:pt x="72" y="0"/>
                </a:cubicBezTo>
                <a:cubicBezTo>
                  <a:pt x="69" y="0"/>
                  <a:pt x="66" y="3"/>
                  <a:pt x="66" y="6"/>
                </a:cubicBezTo>
                <a:cubicBezTo>
                  <a:pt x="66" y="12"/>
                  <a:pt x="66" y="12"/>
                  <a:pt x="66" y="12"/>
                </a:cubicBezTo>
                <a:cubicBezTo>
                  <a:pt x="29" y="15"/>
                  <a:pt x="0" y="46"/>
                  <a:pt x="0" y="84"/>
                </a:cubicBezTo>
                <a:cubicBezTo>
                  <a:pt x="1" y="84"/>
                  <a:pt x="1" y="84"/>
                  <a:pt x="1" y="84"/>
                </a:cubicBezTo>
                <a:cubicBezTo>
                  <a:pt x="4" y="74"/>
                  <a:pt x="13" y="66"/>
                  <a:pt x="24" y="66"/>
                </a:cubicBezTo>
                <a:cubicBezTo>
                  <a:pt x="35" y="66"/>
                  <a:pt x="44" y="74"/>
                  <a:pt x="47" y="84"/>
                </a:cubicBezTo>
                <a:cubicBezTo>
                  <a:pt x="49" y="84"/>
                  <a:pt x="49" y="84"/>
                  <a:pt x="49" y="84"/>
                </a:cubicBezTo>
                <a:cubicBezTo>
                  <a:pt x="51" y="76"/>
                  <a:pt x="58" y="69"/>
                  <a:pt x="66" y="67"/>
                </a:cubicBezTo>
                <a:cubicBezTo>
                  <a:pt x="66" y="132"/>
                  <a:pt x="66" y="132"/>
                  <a:pt x="66" y="132"/>
                </a:cubicBezTo>
                <a:cubicBezTo>
                  <a:pt x="66" y="134"/>
                  <a:pt x="65" y="144"/>
                  <a:pt x="54" y="144"/>
                </a:cubicBezTo>
                <a:cubicBezTo>
                  <a:pt x="43" y="144"/>
                  <a:pt x="42" y="135"/>
                  <a:pt x="42" y="132"/>
                </a:cubicBezTo>
                <a:cubicBezTo>
                  <a:pt x="42" y="129"/>
                  <a:pt x="39" y="126"/>
                  <a:pt x="36" y="126"/>
                </a:cubicBezTo>
                <a:cubicBezTo>
                  <a:pt x="33" y="126"/>
                  <a:pt x="30" y="129"/>
                  <a:pt x="30" y="132"/>
                </a:cubicBezTo>
                <a:cubicBezTo>
                  <a:pt x="30" y="142"/>
                  <a:pt x="36" y="156"/>
                  <a:pt x="54" y="156"/>
                </a:cubicBezTo>
                <a:cubicBezTo>
                  <a:pt x="72" y="156"/>
                  <a:pt x="78" y="142"/>
                  <a:pt x="78" y="132"/>
                </a:cubicBezTo>
                <a:cubicBezTo>
                  <a:pt x="78" y="67"/>
                  <a:pt x="78" y="67"/>
                  <a:pt x="78" y="67"/>
                </a:cubicBezTo>
                <a:cubicBezTo>
                  <a:pt x="86" y="69"/>
                  <a:pt x="93" y="76"/>
                  <a:pt x="95" y="84"/>
                </a:cubicBezTo>
                <a:cubicBezTo>
                  <a:pt x="97" y="84"/>
                  <a:pt x="97" y="84"/>
                  <a:pt x="97" y="84"/>
                </a:cubicBezTo>
                <a:cubicBezTo>
                  <a:pt x="100" y="74"/>
                  <a:pt x="109" y="66"/>
                  <a:pt x="120" y="66"/>
                </a:cubicBezTo>
                <a:cubicBezTo>
                  <a:pt x="131" y="66"/>
                  <a:pt x="140" y="74"/>
                  <a:pt x="143" y="84"/>
                </a:cubicBezTo>
                <a:cubicBezTo>
                  <a:pt x="144" y="84"/>
                  <a:pt x="144" y="84"/>
                  <a:pt x="144" y="84"/>
                </a:cubicBezTo>
                <a:cubicBezTo>
                  <a:pt x="144" y="46"/>
                  <a:pt x="115" y="15"/>
                  <a:pt x="78" y="12"/>
                </a:cubicBezTo>
              </a:path>
            </a:pathLst>
          </a:custGeom>
          <a:solidFill>
            <a:srgbClr val="79B6D3">
              <a:lumMod val="75000"/>
              <a:alpha val="70195"/>
            </a:srgbClr>
          </a:solidFill>
          <a:ln>
            <a:noFill/>
          </a:ln>
        </p:spPr>
        <p:txBody>
          <a:bodyPr lIns="91440" tIns="45720" rIns="91440" bIns="45720"/>
          <a:p>
            <a:pPr>
              <a:lnSpc>
                <a:spcPct val="120000"/>
              </a:lnSpc>
            </a:pP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8"/>
            </p:custDataLst>
          </p:nvPr>
        </p:nvSpPr>
        <p:spPr>
          <a:xfrm>
            <a:off x="6245860" y="3206750"/>
            <a:ext cx="1837690" cy="367030"/>
          </a:xfrm>
          <a:prstGeom prst="rect">
            <a:avLst/>
          </a:prstGeom>
          <a:noFill/>
        </p:spPr>
        <p:txBody>
          <a:bodyPr wrap="square" rtlCol="0"/>
          <a:p>
            <a:pPr>
              <a:lnSpc>
                <a:spcPct val="120000"/>
              </a:lnSpc>
            </a:pPr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进一步优化</a:t>
            </a: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模型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6254115" y="3573145"/>
            <a:ext cx="2428875" cy="1324610"/>
          </a:xfrm>
          <a:prstGeom prst="rect">
            <a:avLst/>
          </a:prstGeom>
          <a:noFill/>
        </p:spPr>
        <p:txBody>
          <a:bodyPr wrap="square" rtlCol="0"/>
          <a:p>
            <a:pPr>
              <a:lnSpc>
                <a:spcPct val="120000"/>
              </a:lnSpc>
            </a:pP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+mn-ea"/>
              </a:rPr>
              <a:t>尝试在更高算力的环境下测试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+mn-ea"/>
              </a:rPr>
              <a:t>BERT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+mn-ea"/>
              </a:rPr>
              <a:t>模型在知网数据集上的效果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  <a:sym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10"/>
            </p:custDataLst>
          </p:nvPr>
        </p:nvSpPr>
        <p:spPr>
          <a:xfrm>
            <a:off x="3785870" y="3068955"/>
            <a:ext cx="1518920" cy="1009015"/>
          </a:xfrm>
          <a:prstGeom prst="rect">
            <a:avLst/>
          </a:prstGeom>
          <a:noFill/>
        </p:spPr>
        <p:txBody>
          <a:bodyPr wrap="square" rtlCol="0"/>
          <a:p>
            <a:pPr algn="ctr">
              <a:lnSpc>
                <a:spcPct val="120000"/>
              </a:lnSpc>
            </a:pPr>
            <a:r>
              <a:rPr lang="zh-CN" altLang="en-US" sz="2800">
                <a:solidFill>
                  <a:sysClr val="window" lastClr="FFFFFF"/>
                </a:solidFill>
                <a:latin typeface="方正粗黑宋简体" panose="02000000000000000000" charset="-122"/>
                <a:ea typeface="方正粗黑宋简体" panose="02000000000000000000" charset="-122"/>
                <a:sym typeface="+mn-ea"/>
              </a:rPr>
              <a:t>优化</a:t>
            </a:r>
            <a:endParaRPr lang="zh-CN" altLang="en-US" sz="2800">
              <a:solidFill>
                <a:sysClr val="window" lastClr="FFFFFF"/>
              </a:solidFill>
              <a:latin typeface="方正粗黑宋简体" panose="02000000000000000000" charset="-122"/>
              <a:ea typeface="方正粗黑宋简体" panose="02000000000000000000" charset="-122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800">
                <a:solidFill>
                  <a:sysClr val="window" lastClr="FFFFFF"/>
                </a:solidFill>
                <a:latin typeface="方正粗黑宋简体" panose="02000000000000000000" charset="-122"/>
                <a:ea typeface="方正粗黑宋简体" panose="02000000000000000000" charset="-122"/>
                <a:sym typeface="+mn-ea"/>
              </a:rPr>
              <a:t>表现</a:t>
            </a:r>
            <a:endParaRPr lang="zh-CN" altLang="en-US" sz="2800">
              <a:solidFill>
                <a:sysClr val="window" lastClr="FFFFFF"/>
              </a:solidFill>
              <a:latin typeface="方正粗黑宋简体" panose="02000000000000000000" charset="-122"/>
              <a:ea typeface="方正粗黑宋简体" panose="02000000000000000000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362585" y="3206750"/>
            <a:ext cx="2546985" cy="366395"/>
          </a:xfrm>
          <a:prstGeom prst="rect">
            <a:avLst/>
          </a:prstGeom>
          <a:noFill/>
        </p:spPr>
        <p:txBody>
          <a:bodyPr wrap="square" rtlCol="0"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进一步解决</a:t>
            </a: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数据集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问题</a:t>
            </a:r>
            <a:endParaRPr lang="zh-CN" altLang="en-US" sz="1800" b="1" dirty="0">
              <a:latin typeface="Arial" panose="020B0604020202020204" pitchFamily="34" charset="0"/>
              <a:ea typeface="微软雅黑" panose="020B0503020204020204" charset="-122"/>
              <a:cs typeface="+mj-cs"/>
            </a:endParaRPr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378460" y="3644900"/>
            <a:ext cx="2276475" cy="1012825"/>
          </a:xfrm>
          <a:prstGeom prst="rect">
            <a:avLst/>
          </a:prstGeom>
          <a:noFill/>
        </p:spPr>
        <p:txBody>
          <a:bodyPr wrap="square" rtlCol="0"/>
          <a:p>
            <a:pPr>
              <a:lnSpc>
                <a:spcPct val="120000"/>
              </a:lnSpc>
            </a:pP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这周主要着眼寻找可以替代知网数据集的更好的数据集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3482579" y="2388394"/>
            <a:ext cx="3899297" cy="2081213"/>
          </a:xfrm>
          <a:prstGeom prst="rect">
            <a:avLst/>
          </a:prstGeom>
          <a:noFill/>
        </p:spPr>
        <p:txBody>
          <a:bodyPr lIns="68580" tIns="34290" rIns="68580" bIns="34290" anchor="ctr">
            <a:normAutofit/>
          </a:bodyPr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kumimoji="0" lang="zh-CN" altLang="en-US" sz="15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新的数据集每条数据包括五个义项：标题、摘要、类别、发表地、</a:t>
            </a:r>
            <a:r>
              <a:rPr kumimoji="0" lang="zh-CN" altLang="en-US" sz="1500" b="1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关键词</a:t>
            </a:r>
            <a:r>
              <a:rPr kumimoji="0" lang="zh-CN" altLang="en-US" sz="15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15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kumimoji="0" lang="zh-CN" altLang="en-US" sz="15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新的数据集即是</a:t>
            </a:r>
            <a:r>
              <a:rPr kumimoji="0" lang="zh-CN" altLang="en-US" sz="1500" b="1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专利</a:t>
            </a:r>
            <a:r>
              <a:rPr kumimoji="0" lang="en-US" altLang="zh-CN" sz="1500" b="1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-</a:t>
            </a:r>
            <a:r>
              <a:rPr kumimoji="0" lang="zh-CN" altLang="en-US" sz="1500" b="1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标准</a:t>
            </a:r>
            <a:r>
              <a:rPr kumimoji="0" lang="zh-CN" altLang="en-US" sz="15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数据集。</a:t>
            </a:r>
            <a:endParaRPr kumimoji="0" lang="zh-CN" altLang="en-US" sz="15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kumimoji="0" lang="zh-CN" altLang="en-US" sz="15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新的数据集是</a:t>
            </a:r>
            <a:r>
              <a:rPr kumimoji="0" lang="zh-CN" altLang="en-US" sz="1500" b="1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英文</a:t>
            </a:r>
            <a:r>
              <a:rPr kumimoji="0" lang="zh-CN" altLang="en-US" sz="15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数据集。</a:t>
            </a:r>
            <a:endParaRPr kumimoji="0" lang="zh-CN" altLang="en-US" sz="15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252095" y="2513330"/>
            <a:ext cx="2370455" cy="1570355"/>
          </a:xfrm>
          <a:prstGeom prst="rect">
            <a:avLst/>
          </a:prstGeom>
          <a:noFill/>
        </p:spPr>
        <p:txBody>
          <a:bodyPr lIns="68580" tIns="34290" rIns="68580" bIns="34290" anchor="ctr" anchorCtr="1">
            <a:normAutofit/>
          </a:bodyPr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新的数据集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565744" y="4083579"/>
            <a:ext cx="1617909" cy="93848"/>
          </a:xfrm>
          <a:prstGeom prst="rect">
            <a:avLst/>
          </a:prstGeom>
          <a:ln>
            <a:noFill/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1733550" y="1566863"/>
            <a:ext cx="6669881" cy="3725466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ysClr val="window" lastClr="FFFFFF">
                <a:lumMod val="85000"/>
                <a:alpha val="75000"/>
              </a:sysClr>
            </a:solidFill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38785" y="548640"/>
            <a:ext cx="32512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新的数据集（总览）</a:t>
            </a:r>
            <a:endParaRPr lang="zh-CN" altLang="en-US" sz="27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280050" y="612521"/>
            <a:ext cx="86360" cy="357188"/>
          </a:xfrm>
          <a:prstGeom prst="rect">
            <a:avLst/>
          </a:prstGeom>
          <a:solidFill>
            <a:srgbClr val="00A6CC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grpSp>
        <p:nvGrpSpPr>
          <p:cNvPr id="10" name="组合 9"/>
          <p:cNvGrpSpPr/>
          <p:nvPr/>
        </p:nvGrpSpPr>
        <p:grpSpPr>
          <a:xfrm>
            <a:off x="539750" y="2132965"/>
            <a:ext cx="7981950" cy="2865120"/>
            <a:chOff x="756" y="3359"/>
            <a:chExt cx="12570" cy="4512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" y="3359"/>
              <a:ext cx="12570" cy="4512"/>
            </a:xfrm>
            <a:prstGeom prst="rect">
              <a:avLst/>
            </a:prstGeom>
          </p:spPr>
        </p:pic>
        <p:sp>
          <p:nvSpPr>
            <p:cNvPr id="4" name="文本框 3" descr="7b0a20202020227461726765744d6f64756c65223a202270726f636573734f6e6c696e65466f6e7473220a7d0a"/>
            <p:cNvSpPr txBox="1"/>
            <p:nvPr/>
          </p:nvSpPr>
          <p:spPr>
            <a:xfrm>
              <a:off x="1190" y="5627"/>
              <a:ext cx="10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>
                  <a:solidFill>
                    <a:srgbClr val="FF0000"/>
                  </a:solidFill>
                  <a:latin typeface="方正粗黑宋简体" panose="02000000000000000000" charset="-122"/>
                  <a:ea typeface="方正粗黑宋简体" panose="02000000000000000000" charset="-122"/>
                  <a:sym typeface="汉仪铸字卡酷体简" panose="00020600040101010101" charset="-122"/>
                </a:rPr>
                <a:t>标题</a:t>
              </a:r>
              <a:endParaRPr lang="zh-CN" altLang="en-US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sym typeface="汉仪铸字卡酷体简" panose="00020600040101010101" charset="-122"/>
              </a:endParaRPr>
            </a:p>
          </p:txBody>
        </p:sp>
        <p:sp>
          <p:nvSpPr>
            <p:cNvPr id="5" name="文本框 4" descr="7b0a20202020227461726765744d6f64756c65223a202270726f636573734f6e6c696e65466f6e7473220a7d0a"/>
            <p:cNvSpPr txBox="1"/>
            <p:nvPr/>
          </p:nvSpPr>
          <p:spPr>
            <a:xfrm>
              <a:off x="4365" y="5627"/>
              <a:ext cx="10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>
                  <a:solidFill>
                    <a:srgbClr val="FF0000"/>
                  </a:solidFill>
                  <a:latin typeface="方正粗黑宋简体" panose="02000000000000000000" charset="-122"/>
                  <a:ea typeface="方正粗黑宋简体" panose="02000000000000000000" charset="-122"/>
                  <a:sym typeface="汉仪铸字卡酷体简" panose="00020600040101010101" charset="-122"/>
                </a:rPr>
                <a:t>摘要</a:t>
              </a:r>
              <a:endParaRPr lang="zh-CN" altLang="en-US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sym typeface="汉仪铸字卡酷体简" panose="00020600040101010101" charset="-122"/>
              </a:endParaRPr>
            </a:p>
          </p:txBody>
        </p:sp>
        <p:sp>
          <p:nvSpPr>
            <p:cNvPr id="6" name="文本框 5" descr="7b0a20202020227461726765744d6f64756c65223a202270726f636573734f6e6c696e65466f6e7473220a7d0a"/>
            <p:cNvSpPr txBox="1"/>
            <p:nvPr/>
          </p:nvSpPr>
          <p:spPr>
            <a:xfrm>
              <a:off x="7313" y="5627"/>
              <a:ext cx="10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>
                  <a:solidFill>
                    <a:srgbClr val="FF0000"/>
                  </a:solidFill>
                  <a:latin typeface="方正粗黑宋简体" panose="02000000000000000000" charset="-122"/>
                  <a:ea typeface="方正粗黑宋简体" panose="02000000000000000000" charset="-122"/>
                  <a:sym typeface="汉仪铸字卡酷体简" panose="00020600040101010101" charset="-122"/>
                </a:rPr>
                <a:t>类别</a:t>
              </a:r>
              <a:endParaRPr lang="zh-CN" altLang="en-US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sym typeface="汉仪铸字卡酷体简" panose="00020600040101010101" charset="-122"/>
              </a:endParaRPr>
            </a:p>
          </p:txBody>
        </p:sp>
        <p:sp>
          <p:nvSpPr>
            <p:cNvPr id="7" name="文本框 6" descr="7b0a20202020227461726765744d6f64756c65223a202270726f636573734f6e6c696e65466f6e7473220a7d0a"/>
            <p:cNvSpPr txBox="1"/>
            <p:nvPr/>
          </p:nvSpPr>
          <p:spPr>
            <a:xfrm>
              <a:off x="9241" y="5627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>
                  <a:solidFill>
                    <a:srgbClr val="FF0000"/>
                  </a:solidFill>
                  <a:latin typeface="方正粗黑宋简体" panose="02000000000000000000" charset="-122"/>
                  <a:ea typeface="方正粗黑宋简体" panose="02000000000000000000" charset="-122"/>
                  <a:sym typeface="汉仪铸字卡酷体简" panose="00020600040101010101" charset="-122"/>
                </a:rPr>
                <a:t>发表地</a:t>
              </a:r>
              <a:endParaRPr lang="zh-CN" altLang="en-US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sym typeface="汉仪铸字卡酷体简" panose="00020600040101010101" charset="-122"/>
              </a:endParaRPr>
            </a:p>
          </p:txBody>
        </p:sp>
      </p:grpSp>
      <p:sp>
        <p:nvSpPr>
          <p:cNvPr id="12" name="文本框 11" descr="7b0a20202020227461726765744d6f64756c65223a202270726f636573734f6e6c696e65466f6e7473220a7d0a"/>
          <p:cNvSpPr txBox="1"/>
          <p:nvPr/>
        </p:nvSpPr>
        <p:spPr>
          <a:xfrm>
            <a:off x="7308215" y="3573145"/>
            <a:ext cx="1144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sym typeface="汉仪铸字卡酷体简" panose="00020600040101010101" charset="-122"/>
              </a:rPr>
              <a:t>关键词</a:t>
            </a:r>
            <a:endParaRPr lang="zh-CN" altLang="en-US">
              <a:solidFill>
                <a:srgbClr val="FF0000"/>
              </a:solidFill>
              <a:latin typeface="方正粗黑宋简体" panose="02000000000000000000" charset="-122"/>
              <a:ea typeface="方正粗黑宋简体" panose="02000000000000000000" charset="-122"/>
              <a:sym typeface="汉仪铸字卡酷体简" panose="00020600040101010101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2"/>
          <p:cNvSpPr/>
          <p:nvPr>
            <p:custDataLst>
              <p:tags r:id="rId1"/>
            </p:custDataLst>
          </p:nvPr>
        </p:nvSpPr>
        <p:spPr>
          <a:xfrm>
            <a:off x="4787900" y="2996565"/>
            <a:ext cx="1895475" cy="627380"/>
          </a:xfrm>
          <a:prstGeom prst="rect">
            <a:avLst/>
          </a:prstGeom>
          <a:noFill/>
        </p:spPr>
        <p:txBody>
          <a:bodyPr vert="horz" wrap="square" lIns="101600" tIns="38100" rIns="76200" bIns="38100" rtlCol="0" anchor="b" anchorCtr="0"/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4400" b="1" i="0" u="none" strike="noStrike" kern="1200" cap="none" spc="0" normalizeH="0" baseline="0" noProof="1" dirty="0">
                <a:solidFill>
                  <a:schemeClr val="dk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z="3200"/>
              <a:t>未来计划</a:t>
            </a:r>
            <a:endParaRPr lang="zh-CN" altLang="en-US" sz="3200"/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2411413" y="2474193"/>
            <a:ext cx="1767635" cy="1672591"/>
          </a:xfrm>
          <a:prstGeom prst="rect">
            <a:avLst/>
          </a:prstGeom>
          <a:noFill/>
        </p:spPr>
        <p:txBody>
          <a:bodyPr wrap="square" rtlCol="0" anchor="ctr" anchorCtr="1">
            <a:normAutofit fontScale="90000"/>
          </a:bodyPr>
          <a:p>
            <a:pPr algn="r"/>
            <a:r>
              <a:rPr lang="en-US" altLang="zh-CN" sz="1065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en-US" altLang="zh-CN" sz="1065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3"/>
            </p:custDataLst>
          </p:nvPr>
        </p:nvCxnSpPr>
        <p:spPr>
          <a:xfrm>
            <a:off x="4535484" y="3037651"/>
            <a:ext cx="0" cy="614152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Rectangle 13"/>
          <p:cNvSpPr/>
          <p:nvPr>
            <p:custDataLst>
              <p:tags r:id="rId1"/>
            </p:custDataLst>
          </p:nvPr>
        </p:nvSpPr>
        <p:spPr>
          <a:xfrm>
            <a:off x="451605" y="4545551"/>
            <a:ext cx="8050695" cy="34289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id-ID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>
            <p:custDataLst>
              <p:tags r:id="rId2"/>
            </p:custDataLst>
          </p:nvPr>
        </p:nvSpPr>
        <p:spPr>
          <a:xfrm>
            <a:off x="1323711" y="3690786"/>
            <a:ext cx="3500063" cy="99392"/>
          </a:xfrm>
          <a:prstGeom prst="roundRect">
            <a:avLst/>
          </a:prstGeom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id-ID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3"/>
            </p:custDataLst>
          </p:nvPr>
        </p:nvSpPr>
        <p:spPr>
          <a:xfrm>
            <a:off x="4018664" y="3560210"/>
            <a:ext cx="3505208" cy="9939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id-ID" sz="13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Straight Connector 4"/>
          <p:cNvCxnSpPr>
            <a:endCxn id="15" idx="0"/>
          </p:cNvCxnSpPr>
          <p:nvPr>
            <p:custDataLst>
              <p:tags r:id="rId4"/>
            </p:custDataLst>
          </p:nvPr>
        </p:nvCxnSpPr>
        <p:spPr>
          <a:xfrm>
            <a:off x="3029268" y="3785870"/>
            <a:ext cx="0" cy="697230"/>
          </a:xfrm>
          <a:prstGeom prst="line">
            <a:avLst/>
          </a:prstGeom>
          <a:ln w="28575">
            <a:solidFill>
              <a:sysClr val="window" lastClr="FFFFFF">
                <a:lumMod val="85000"/>
              </a:sysClr>
            </a:solidFill>
            <a:prstDash val="sysDash"/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15" name="Oval 14"/>
          <p:cNvSpPr/>
          <p:nvPr>
            <p:custDataLst>
              <p:tags r:id="rId5"/>
            </p:custDataLst>
          </p:nvPr>
        </p:nvSpPr>
        <p:spPr>
          <a:xfrm>
            <a:off x="2949734" y="4483100"/>
            <a:ext cx="159068" cy="159068"/>
          </a:xfrm>
          <a:prstGeom prst="ellipse">
            <a:avLst/>
          </a:prstGeom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id-ID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6"/>
            </p:custDataLst>
          </p:nvPr>
        </p:nvSpPr>
        <p:spPr>
          <a:xfrm>
            <a:off x="2588260" y="4704556"/>
            <a:ext cx="882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id-ID" sz="1800" dirty="0">
                <a:solidFill>
                  <a:srgbClr val="000000">
                    <a:lumMod val="65000"/>
                    <a:lumOff val="35000"/>
                  </a:srgbClr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8-9</a:t>
            </a:r>
            <a:r>
              <a:rPr lang="zh-CN" altLang="en-US" sz="1800" dirty="0">
                <a:solidFill>
                  <a:srgbClr val="000000">
                    <a:lumMod val="65000"/>
                    <a:lumOff val="35000"/>
                  </a:srgbClr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周</a:t>
            </a:r>
            <a:endParaRPr lang="zh-CN" altLang="en-US" sz="1800" dirty="0">
              <a:solidFill>
                <a:srgbClr val="000000">
                  <a:lumMod val="65000"/>
                  <a:lumOff val="35000"/>
                </a:srgbClr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cxnSp>
        <p:nvCxnSpPr>
          <p:cNvPr id="6" name="Straight Connector 5"/>
          <p:cNvCxnSpPr/>
          <p:nvPr>
            <p:custDataLst>
              <p:tags r:id="rId7"/>
            </p:custDataLst>
          </p:nvPr>
        </p:nvCxnSpPr>
        <p:spPr>
          <a:xfrm flipH="1">
            <a:off x="5766276" y="3659664"/>
            <a:ext cx="5239" cy="812006"/>
          </a:xfrm>
          <a:prstGeom prst="line">
            <a:avLst/>
          </a:prstGeom>
          <a:ln w="28575">
            <a:solidFill>
              <a:sysClr val="window" lastClr="FFFFFF">
                <a:lumMod val="85000"/>
              </a:sysClr>
            </a:solidFill>
            <a:prstDash val="sysDash"/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16" name="Oval 15"/>
          <p:cNvSpPr/>
          <p:nvPr>
            <p:custDataLst>
              <p:tags r:id="rId8"/>
            </p:custDataLst>
          </p:nvPr>
        </p:nvSpPr>
        <p:spPr>
          <a:xfrm>
            <a:off x="5691981" y="4483100"/>
            <a:ext cx="159068" cy="159068"/>
          </a:xfrm>
          <a:prstGeom prst="ellipse">
            <a:avLst/>
          </a:prstGeom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id-ID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>
            <p:custDataLst>
              <p:tags r:id="rId9"/>
            </p:custDataLst>
          </p:nvPr>
        </p:nvSpPr>
        <p:spPr>
          <a:xfrm>
            <a:off x="5330825" y="4704715"/>
            <a:ext cx="1165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id-ID" sz="1800" dirty="0">
                <a:solidFill>
                  <a:srgbClr val="000000">
                    <a:lumMod val="65000"/>
                    <a:lumOff val="35000"/>
                  </a:srgbClr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10-11</a:t>
            </a:r>
            <a:r>
              <a:rPr lang="zh-CN" altLang="en-US" sz="1800" dirty="0">
                <a:solidFill>
                  <a:srgbClr val="000000">
                    <a:lumMod val="65000"/>
                    <a:lumOff val="35000"/>
                  </a:srgbClr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周</a:t>
            </a:r>
            <a:endParaRPr lang="zh-CN" altLang="en-US" sz="1800" dirty="0">
              <a:solidFill>
                <a:srgbClr val="000000">
                  <a:lumMod val="65000"/>
                  <a:lumOff val="35000"/>
                </a:srgbClr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sp>
        <p:nvSpPr>
          <p:cNvPr id="34" name="TextBox 33"/>
          <p:cNvSpPr txBox="1"/>
          <p:nvPr>
            <p:custDataLst>
              <p:tags r:id="rId10"/>
            </p:custDataLst>
          </p:nvPr>
        </p:nvSpPr>
        <p:spPr>
          <a:xfrm>
            <a:off x="1567815" y="2688590"/>
            <a:ext cx="2014855" cy="814070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spc="150" dirty="0">
                <a:solidFill>
                  <a:sysClr val="window" lastClr="FFFFFF">
                    <a:lumMod val="6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用相关的算法挖掘专抽取出来的专利、标准实体的关联关系。</a:t>
            </a:r>
            <a:endParaRPr lang="zh-CN" altLang="en-US" sz="1200" spc="150" dirty="0">
              <a:solidFill>
                <a:sysClr val="window" lastClr="FFFFFF">
                  <a:lumMod val="6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5" name="TextBox 34"/>
          <p:cNvSpPr txBox="1"/>
          <p:nvPr>
            <p:custDataLst>
              <p:tags r:id="rId11"/>
            </p:custDataLst>
          </p:nvPr>
        </p:nvSpPr>
        <p:spPr>
          <a:xfrm>
            <a:off x="1567815" y="2274570"/>
            <a:ext cx="2234565" cy="309880"/>
          </a:xfrm>
          <a:prstGeom prst="rect">
            <a:avLst/>
          </a:prstGeom>
          <a:noFill/>
        </p:spPr>
        <p:txBody>
          <a:bodyPr wrap="square" bIns="0" rtlCol="0" anchor="b" anchorCtr="0"/>
          <a:lstStyle/>
          <a:p>
            <a:pPr>
              <a:lnSpc>
                <a:spcPct val="120000"/>
              </a:lnSpc>
            </a:pPr>
            <a:r>
              <a:rPr lang="zh-CN" altLang="en-US" sz="1800" spc="300">
                <a:solidFill>
                  <a:schemeClr val="tx1">
                    <a:lumMod val="65000"/>
                    <a:lumOff val="35000"/>
                  </a:schemeClr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挖掘实体关系</a:t>
            </a:r>
            <a:endParaRPr lang="zh-CN" altLang="en-US" sz="1800" spc="300">
              <a:solidFill>
                <a:schemeClr val="tx1">
                  <a:lumMod val="65000"/>
                  <a:lumOff val="35000"/>
                </a:schemeClr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cxnSp>
        <p:nvCxnSpPr>
          <p:cNvPr id="37" name="Straight Connector 36"/>
          <p:cNvCxnSpPr/>
          <p:nvPr>
            <p:custDataLst>
              <p:tags r:id="rId12"/>
            </p:custDataLst>
          </p:nvPr>
        </p:nvCxnSpPr>
        <p:spPr>
          <a:xfrm flipV="1">
            <a:off x="1528175" y="2378821"/>
            <a:ext cx="0" cy="1361661"/>
          </a:xfrm>
          <a:prstGeom prst="line">
            <a:avLst/>
          </a:prstGeom>
          <a:ln w="28575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38" name="Oval 37"/>
          <p:cNvSpPr/>
          <p:nvPr>
            <p:custDataLst>
              <p:tags r:id="rId13"/>
            </p:custDataLst>
          </p:nvPr>
        </p:nvSpPr>
        <p:spPr>
          <a:xfrm>
            <a:off x="1491853" y="2329116"/>
            <a:ext cx="76259" cy="76259"/>
          </a:xfrm>
          <a:prstGeom prst="ellipse">
            <a:avLst/>
          </a:prstGeom>
          <a:solidFill>
            <a:srgbClr val="000000">
              <a:lumMod val="65000"/>
              <a:lumOff val="35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id-ID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Oval 38"/>
          <p:cNvSpPr/>
          <p:nvPr>
            <p:custDataLst>
              <p:tags r:id="rId14"/>
            </p:custDataLst>
          </p:nvPr>
        </p:nvSpPr>
        <p:spPr>
          <a:xfrm>
            <a:off x="1495671" y="3709058"/>
            <a:ext cx="65007" cy="65007"/>
          </a:xfrm>
          <a:prstGeom prst="ellipse">
            <a:avLst/>
          </a:prstGeom>
          <a:solidFill>
            <a:srgbClr val="000000">
              <a:lumMod val="65000"/>
              <a:lumOff val="35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id-ID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>
            <p:custDataLst>
              <p:tags r:id="rId15"/>
            </p:custDataLst>
          </p:nvPr>
        </p:nvSpPr>
        <p:spPr>
          <a:xfrm>
            <a:off x="4766310" y="2584450"/>
            <a:ext cx="2035810" cy="776605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将毕设成果整合进整个项目中去，并且以之为最终的成果展示的依据。</a:t>
            </a:r>
            <a:endParaRPr lang="zh-CN" altLang="en-US" sz="1200" spc="150">
              <a:solidFill>
                <a:sysClr val="window" lastClr="FFFFFF">
                  <a:lumMod val="6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1" name="TextBox 40"/>
          <p:cNvSpPr txBox="1"/>
          <p:nvPr>
            <p:custDataLst>
              <p:tags r:id="rId16"/>
            </p:custDataLst>
          </p:nvPr>
        </p:nvSpPr>
        <p:spPr>
          <a:xfrm>
            <a:off x="4766313" y="2141194"/>
            <a:ext cx="1385762" cy="310145"/>
          </a:xfrm>
          <a:prstGeom prst="rect">
            <a:avLst/>
          </a:prstGeom>
          <a:noFill/>
        </p:spPr>
        <p:txBody>
          <a:bodyPr wrap="square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spc="300">
                <a:solidFill>
                  <a:schemeClr val="tx1">
                    <a:lumMod val="65000"/>
                    <a:lumOff val="35000"/>
                  </a:schemeClr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整合项目</a:t>
            </a:r>
            <a:endParaRPr lang="zh-CN" altLang="en-US" sz="1800" spc="300">
              <a:solidFill>
                <a:schemeClr val="tx1">
                  <a:lumMod val="65000"/>
                  <a:lumOff val="35000"/>
                </a:schemeClr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cxnSp>
        <p:nvCxnSpPr>
          <p:cNvPr id="43" name="Straight Connector 42"/>
          <p:cNvCxnSpPr/>
          <p:nvPr>
            <p:custDataLst>
              <p:tags r:id="rId17"/>
            </p:custDataLst>
          </p:nvPr>
        </p:nvCxnSpPr>
        <p:spPr>
          <a:xfrm flipV="1">
            <a:off x="4726375" y="2251285"/>
            <a:ext cx="0" cy="1361661"/>
          </a:xfrm>
          <a:prstGeom prst="line">
            <a:avLst/>
          </a:prstGeom>
          <a:ln w="28575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44" name="Oval 43"/>
          <p:cNvSpPr/>
          <p:nvPr>
            <p:custDataLst>
              <p:tags r:id="rId18"/>
            </p:custDataLst>
          </p:nvPr>
        </p:nvSpPr>
        <p:spPr>
          <a:xfrm>
            <a:off x="4690053" y="2201581"/>
            <a:ext cx="76259" cy="76259"/>
          </a:xfrm>
          <a:prstGeom prst="ellipse">
            <a:avLst/>
          </a:prstGeom>
          <a:solidFill>
            <a:srgbClr val="000000">
              <a:lumMod val="65000"/>
              <a:lumOff val="35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id-ID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Oval 44"/>
          <p:cNvSpPr/>
          <p:nvPr>
            <p:custDataLst>
              <p:tags r:id="rId19"/>
            </p:custDataLst>
          </p:nvPr>
        </p:nvSpPr>
        <p:spPr>
          <a:xfrm>
            <a:off x="4693872" y="3581523"/>
            <a:ext cx="65007" cy="65007"/>
          </a:xfrm>
          <a:prstGeom prst="ellipse">
            <a:avLst/>
          </a:prstGeom>
          <a:solidFill>
            <a:srgbClr val="000000">
              <a:lumMod val="65000"/>
              <a:lumOff val="35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id-ID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2" grpId="0" bldLvl="0" animBg="1"/>
      <p:bldP spid="34" grpId="0"/>
      <p:bldP spid="35" grpId="0"/>
      <p:bldP spid="39" grpId="0" bldLvl="0" animBg="1"/>
      <p:bldP spid="40" grpId="0"/>
      <p:bldP spid="41" grpId="0"/>
      <p:bldP spid="45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567055" y="3789680"/>
            <a:ext cx="2592070" cy="59626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文本占位符 1"/>
          <p:cNvSpPr/>
          <p:nvPr>
            <p:ph type="body" idx="1"/>
            <p:custDataLst>
              <p:tags r:id="rId2"/>
            </p:custDataLst>
          </p:nvPr>
        </p:nvSpPr>
        <p:spPr>
          <a:xfrm>
            <a:off x="645795" y="3792220"/>
            <a:ext cx="2513330" cy="593725"/>
          </a:xfrm>
        </p:spPr>
        <p:txBody>
          <a:bodyPr/>
          <a:p>
            <a:r>
              <a:rPr lang="zh-CN" altLang="en-US">
                <a:solidFill>
                  <a:schemeClr val="dk1">
                    <a:lumMod val="65000"/>
                    <a:lumOff val="35000"/>
                  </a:schemeClr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展示人：霍飞烨</a:t>
            </a:r>
            <a:endParaRPr lang="zh-CN" altLang="en-US">
              <a:solidFill>
                <a:schemeClr val="dk1">
                  <a:lumMod val="65000"/>
                  <a:lumOff val="35000"/>
                </a:schemeClr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4" name="标题 3"/>
          <p:cNvSpPr/>
          <p:nvPr>
            <p:ph type="title"/>
            <p:custDataLst>
              <p:tags r:id="rId3"/>
            </p:custDataLst>
          </p:nvPr>
        </p:nvSpPr>
        <p:spPr>
          <a:xfrm>
            <a:off x="567055" y="2780665"/>
            <a:ext cx="4361815" cy="830580"/>
          </a:xfrm>
        </p:spPr>
        <p:txBody>
          <a:bodyPr>
            <a:normAutofit fontScale="90000"/>
          </a:bodyPr>
          <a:p>
            <a:r>
              <a:rPr lang="zh-CN" altLang="en-US" b="0">
                <a:solidFill>
                  <a:schemeClr val="dk1">
                    <a:lumMod val="85000"/>
                    <a:lumOff val="15000"/>
                  </a:schemeClr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谢谢观看</a:t>
            </a:r>
            <a:endParaRPr lang="zh-CN" altLang="en-US" b="0">
              <a:solidFill>
                <a:schemeClr val="dk1">
                  <a:lumMod val="85000"/>
                  <a:lumOff val="15000"/>
                </a:schemeClr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2*i*1"/>
  <p:tag name="KSO_WM_BEAUTIFY_FLAG" val="#wm#"/>
  <p:tag name="KSO_WM_TAG_VERSION" val="1.0"/>
  <p:tag name="KSO_WM_CHIP_GROUPID" val="618ddf349d7b144ec989f16d"/>
  <p:tag name="KSO_WM_CHIP_XID" val="618e0a8a5268663be886272f"/>
  <p:tag name="KSO_WM_UNIT_DEC_AREA_ID" val="cff9e974689741f99837ddeb0f1bc4e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e01884e4fe4ed6be163493da3e0ec6"/>
</p:tagLst>
</file>

<file path=ppt/tags/tag2.xml><?xml version="1.0" encoding="utf-8"?>
<p:tagLst xmlns:p="http://schemas.openxmlformats.org/presentationml/2006/main">
  <p:tag name="KSO_WM_UNIT_DEFAULT_FONT" val="96;115;2"/>
  <p:tag name="KSO_WM_UNIT_BLOCK" val="0"/>
  <p:tag name="KSO_WM_UNIT_DEC_AREA_ID" val="82349d52c26f4e668adc14352c969815"/>
  <p:tag name="KSO_WM_UNIT_ISCONTENTSTITLE" val="0"/>
  <p:tag name="KSO_WM_UNIT_ISNUMDGMTITLE" val="0"/>
  <p:tag name="KSO_WM_UNIT_PRESET_TEXT" val="工作总结汇报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0976_1*a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VALUE" val="7"/>
  <p:tag name="KSO_WM_CHIP_GROUPID" val="6167d2a06603f1460a45585d"/>
  <p:tag name="KSO_WM_CHIP_XID" val="6167d2a06603f1460a45585a"/>
  <p:tag name="KSO_WM_CHIP_FILLAREA_FILL_RULE" val="{&quot;fill_align&quot;:&quot;lm&quot;,&quot;fill_mode&quot;:&quot;adaptive&quot;,&quot;sacle_strategy&quot;:&quot;smart&quot;}"/>
  <p:tag name="KSO_WM_ASSEMBLE_CHIP_INDEX" val="90e9af761bb14550bc92a7e5306b40a0"/>
  <p:tag name="KSO_WM_TEMPLATE_ASSEMBLE_XID" val="61974b81c75558f33bc3a755"/>
  <p:tag name="KSO_WM_TEMPLATE_ASSEMBLE_GROUPID" val="618ddf349d7b144ec989f16d"/>
</p:tagLst>
</file>

<file path=ppt/tags/tag3.xml><?xml version="1.0" encoding="utf-8"?>
<p:tagLst xmlns:p="http://schemas.openxmlformats.org/presentationml/2006/main">
  <p:tag name="KSO_WM_UNIT_DEFAULT_FONT" val="24;32;2"/>
  <p:tag name="KSO_WM_UNIT_BLOCK" val="0"/>
  <p:tag name="KSO_WM_UNIT_DEC_AREA_ID" val="86eadf05607c4199b7e8ad016304e549"/>
  <p:tag name="KSO_WM_UNIT_ISCONTENTSTITLE" val="0"/>
  <p:tag name="KSO_WM_UNIT_ISNUMDGMTITLE" val="0"/>
  <p:tag name="KSO_WM_UNIT_PRESET_TEXT" val="添加副标题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0976_1*b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CHIP_GROUPID" val="6167d2a06603f1460a45585d"/>
  <p:tag name="KSO_WM_CHIP_XID" val="6167d2a06603f1460a45585a"/>
  <p:tag name="KSO_WM_CHIP_FILLAREA_FILL_RULE" val="{&quot;fill_align&quot;:&quot;lm&quot;,&quot;fill_mode&quot;:&quot;adaptive&quot;,&quot;sacle_strategy&quot;:&quot;smart&quot;}"/>
  <p:tag name="KSO_WM_ASSEMBLE_CHIP_INDEX" val="90e9af761bb14550bc92a7e5306b40a0"/>
  <p:tag name="KSO_WM_UNIT_TEXT_FILL_FORE_SCHEMECOLOR_INDEX_BRIGHTNESS" val="0.15"/>
  <p:tag name="KSO_WM_UNIT_TEXT_FILL_FORE_SCHEMECOLOR_INDEX" val="13"/>
  <p:tag name="KSO_WM_UNIT_TEXT_FILL_TYPE" val="1"/>
  <p:tag name="KSO_WM_TEMPLATE_ASSEMBLE_XID" val="61974b81c75558f33bc3a755"/>
  <p:tag name="KSO_WM_TEMPLATE_ASSEMBLE_GROUPID" val="618ddf349d7b144ec989f16d"/>
</p:tagLst>
</file>

<file path=ppt/tags/tag4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10*i*1"/>
  <p:tag name="KSO_WM_BEAUTIFY_FLAG" val="#wm#"/>
  <p:tag name="KSO_WM_TAG_VERSION" val="1.0"/>
  <p:tag name="KSO_WM_CHIP_GROUPID" val="618ddf349d7b144ec989f16d"/>
  <p:tag name="KSO_WM_CHIP_XID" val="618e0a8a5268663be886272e"/>
  <p:tag name="KSO_WM_UNIT_DEC_AREA_ID" val="d9eae15fe76b40e6984debcabf97c03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0294ecdd6df492db45eee51a79bb287"/>
</p:tagLst>
</file>

<file path=ppt/tags/tag5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8*i*1"/>
  <p:tag name="KSO_WM_BEAUTIFY_FLAG" val="#wm#"/>
  <p:tag name="KSO_WM_TAG_VERSION" val="1.0"/>
  <p:tag name="KSO_WM_CHIP_GROUPID" val="618ddf349d7b144ec989f16d"/>
  <p:tag name="KSO_WM_CHIP_XID" val="618e0a8a5268663be886272d"/>
  <p:tag name="KSO_WM_UNIT_DEC_AREA_ID" val="2850b00a92994cada9960f2f9453e23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7583e52184d24be6be1e6c99f150d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0976_1*a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DEFAULT_FONT" val="36;44;2"/>
  <p:tag name="KSO_WM_UNIT_BLOCK" val="0"/>
  <p:tag name="KSO_WM_UNIT_DEC_AREA_ID" val="ad58175166bc4f63b70744db7376c287"/>
  <p:tag name="KSO_WM_CHIP_GROUPID" val="617275e954cda7cf43af418d"/>
  <p:tag name="KSO_WM_CHIP_XID" val="617275e954cda7cf43af418b"/>
  <p:tag name="KSO_WM_CHIP_FILLAREA_FILL_RULE" val="{&quot;fill_align&quot;:&quot;cm&quot;,&quot;fill_mode&quot;:&quot;adaptive&quot;,&quot;sacle_strategy&quot;:&quot;smart&quot;}"/>
  <p:tag name="KSO_WM_ASSEMBLE_CHIP_INDEX" val="fc45748d90fe4c90af8e23d583b1e882"/>
  <p:tag name="KSO_WM_UNIT_TEXT_FILL_FORE_SCHEMECOLOR_INDEX_BRIGHTNESS" val="0"/>
  <p:tag name="KSO_WM_UNIT_TEXT_FILL_FORE_SCHEMECOLOR_INDEX" val="14"/>
  <p:tag name="KSO_WM_UNIT_TEXT_FILL_TYPE" val="1"/>
  <p:tag name="KSO_WM_TEMPLATE_ASSEMBLE_XID" val="61974b7dc75558f33bc3a6e7"/>
  <p:tag name="KSO_WM_TEMPLATE_ASSEMBLE_GROUPID" val="618ddf349d7b144ec989f16d"/>
</p:tagLst>
</file>

<file path=ppt/tags/tag7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10*i*1"/>
  <p:tag name="KSO_WM_BEAUTIFY_FLAG" val="#wm#"/>
  <p:tag name="KSO_WM_TAG_VERSION" val="1.0"/>
  <p:tag name="KSO_WM_CHIP_GROUPID" val="618ddf349d7b144ec989f16d"/>
  <p:tag name="KSO_WM_CHIP_XID" val="618e0a8a5268663be886272e"/>
  <p:tag name="KSO_WM_UNIT_DEC_AREA_ID" val="d9eae15fe76b40e6984debcabf97c03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0294ecdd6df492db45eee51a79bb287"/>
</p:tagLst>
</file>

<file path=ppt/tags/tag8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10*i*1"/>
  <p:tag name="KSO_WM_BEAUTIFY_FLAG" val="#wm#"/>
  <p:tag name="KSO_WM_TAG_VERSION" val="1.0"/>
  <p:tag name="KSO_WM_CHIP_GROUPID" val="618ddf349d7b144ec989f16d"/>
  <p:tag name="KSO_WM_CHIP_XID" val="618e0a8a5268663be886272e"/>
  <p:tag name="KSO_WM_UNIT_DEC_AREA_ID" val="d9eae15fe76b40e6984debcabf97c03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0294ecdd6df492db45eee51a79bb287"/>
</p:tagLst>
</file>

<file path=ppt/tags/tag9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4*i*1"/>
  <p:tag name="KSO_WM_BEAUTIFY_FLAG" val="#wm#"/>
  <p:tag name="KSO_WM_TAG_VERSION" val="1.0"/>
  <p:tag name="KSO_WM_CHIP_GROUPID" val="618ddf349d7b144ec989f16d"/>
  <p:tag name="KSO_WM_CHIP_XID" val="618e0a8a5268663be886272b"/>
  <p:tag name="KSO_WM_UNIT_DEC_AREA_ID" val="b416cad6b7b8407e99777828daa408b6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7836373fa634112980723e294d2d5ad"/>
</p:tagLst>
</file>

<file path=ppt/tags/tag10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10*i*1"/>
  <p:tag name="KSO_WM_BEAUTIFY_FLAG" val="#wm#"/>
  <p:tag name="KSO_WM_TAG_VERSION" val="1.0"/>
  <p:tag name="KSO_WM_CHIP_GROUPID" val="618ddf349d7b144ec989f16d"/>
  <p:tag name="KSO_WM_CHIP_XID" val="618e0a8a5268663be886272e"/>
  <p:tag name="KSO_WM_UNIT_DEC_AREA_ID" val="d9eae15fe76b40e6984debcabf97c03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0294ecdd6df492db45eee51a79bb287"/>
</p:tagLst>
</file>

<file path=ppt/tags/tag11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10*i*1"/>
  <p:tag name="KSO_WM_BEAUTIFY_FLAG" val="#wm#"/>
  <p:tag name="KSO_WM_TAG_VERSION" val="1.0"/>
  <p:tag name="KSO_WM_CHIP_GROUPID" val="618ddf349d7b144ec989f16d"/>
  <p:tag name="KSO_WM_CHIP_XID" val="618e0a8a5268663be886272e"/>
  <p:tag name="KSO_WM_UNIT_DEC_AREA_ID" val="d9eae15fe76b40e6984debcabf97c03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0294ecdd6df492db45eee51a79bb287"/>
</p:tagLst>
</file>

<file path=ppt/tags/tag12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10*i*1"/>
  <p:tag name="KSO_WM_BEAUTIFY_FLAG" val="#wm#"/>
  <p:tag name="KSO_WM_TAG_VERSION" val="1.0"/>
  <p:tag name="KSO_WM_CHIP_GROUPID" val="618ddf349d7b144ec989f16d"/>
  <p:tag name="KSO_WM_CHIP_XID" val="618e0a8a5268663be886272e"/>
  <p:tag name="KSO_WM_UNIT_DEC_AREA_ID" val="d9eae15fe76b40e6984debcabf97c03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0294ecdd6df492db45eee51a79bb287"/>
</p:tagLst>
</file>

<file path=ppt/tags/tag13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6*i*1"/>
  <p:tag name="KSO_WM_BEAUTIFY_FLAG" val="#wm#"/>
  <p:tag name="KSO_WM_TAG_VERSION" val="1.0"/>
  <p:tag name="KSO_WM_CHIP_GROUPID" val="618ddf349d7b144ec989f16d"/>
  <p:tag name="KSO_WM_CHIP_XID" val="618e0a8a5268663be886272c"/>
  <p:tag name="KSO_WM_UNIT_DEC_AREA_ID" val="210b30472de0459c851f294778e0f8d6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3658d4bc30046209e6ca1cfb2bb9bc7"/>
</p:tagLst>
</file>

<file path=ppt/tags/tag14.xml><?xml version="1.0" encoding="utf-8"?>
<p:tagLst xmlns:p="http://schemas.openxmlformats.org/presentationml/2006/main">
  <p:tag name="KSO_WM_UNIT_DEFAULT_FONT" val="96;115;2"/>
  <p:tag name="KSO_WM_UNIT_BLOCK" val="0"/>
  <p:tag name="KSO_WM_UNIT_DEC_AREA_ID" val="3ed7c36fd18e47a3a4329426efd546df"/>
  <p:tag name="KSO_WM_UNIT_ISCONTENTSTITLE" val="0"/>
  <p:tag name="KSO_WM_UNIT_ISNUMDGMTITLE" val="0"/>
  <p:tag name="KSO_WM_UNIT_PRESET_TEXT" val="THANKS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0976_1*a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VALUE" val="7"/>
  <p:tag name="KSO_WM_CHIP_GROUPID" val="6167d2a06603f1460a45585d"/>
  <p:tag name="KSO_WM_CHIP_XID" val="6167d2a06603f1460a45585a"/>
  <p:tag name="KSO_WM_CHIP_FILLAREA_FILL_RULE" val="{&quot;fill_align&quot;:&quot;lm&quot;,&quot;fill_mode&quot;:&quot;adaptive&quot;,&quot;sacle_strategy&quot;:&quot;smart&quot;}"/>
  <p:tag name="KSO_WM_ASSEMBLE_CHIP_INDEX" val="5a39035896644801aabb055ec3d70f4c"/>
  <p:tag name="KSO_WM_TEMPLATE_ASSEMBLE_XID" val="61974b7d78bf544979703f82"/>
  <p:tag name="KSO_WM_TEMPLATE_ASSEMBLE_GROUPID" val="618ddf349d7b144ec989f16d"/>
</p:tagLst>
</file>

<file path=ppt/tags/tag15.xml><?xml version="1.0" encoding="utf-8"?>
<p:tagLst xmlns:p="http://schemas.openxmlformats.org/presentationml/2006/main">
  <p:tag name="KSO_WM_UNIT_DEFAULT_FONT" val="24;32;2"/>
  <p:tag name="KSO_WM_UNIT_BLOCK" val="0"/>
  <p:tag name="KSO_WM_UNIT_DEC_AREA_ID" val="d56b4ff2f35f4bfc992f38a31030da29"/>
  <p:tag name="KSO_WM_UNIT_ISCONTENTSTITLE" val="0"/>
  <p:tag name="KSO_WM_UNIT_ISNUMDGMTITLE" val="0"/>
  <p:tag name="KSO_WM_UNIT_PRESET_TEXT" val="添加副标题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0976_1*b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CHIP_GROUPID" val="6167d2a06603f1460a45585d"/>
  <p:tag name="KSO_WM_CHIP_XID" val="6167d2a06603f1460a45585a"/>
  <p:tag name="KSO_WM_CHIP_FILLAREA_FILL_RULE" val="{&quot;fill_align&quot;:&quot;lm&quot;,&quot;fill_mode&quot;:&quot;adaptive&quot;,&quot;sacle_strategy&quot;:&quot;smart&quot;}"/>
  <p:tag name="KSO_WM_ASSEMBLE_CHIP_INDEX" val="5a39035896644801aabb055ec3d70f4c"/>
  <p:tag name="KSO_WM_UNIT_TEXT_FILL_FORE_SCHEMECOLOR_INDEX_BRIGHTNESS" val="0.15"/>
  <p:tag name="KSO_WM_UNIT_TEXT_FILL_FORE_SCHEMECOLOR_INDEX" val="13"/>
  <p:tag name="KSO_WM_UNIT_TEXT_FILL_TYPE" val="1"/>
  <p:tag name="KSO_WM_TEMPLATE_ASSEMBLE_XID" val="61974b7d78bf544979703f82"/>
  <p:tag name="KSO_WM_TEMPLATE_ASSEMBLE_GROUPID" val="618ddf349d7b144ec989f16d"/>
</p:tagLst>
</file>

<file path=ppt/tags/tag16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10*i*1"/>
  <p:tag name="KSO_WM_BEAUTIFY_FLAG" val="#wm#"/>
  <p:tag name="KSO_WM_TAG_VERSION" val="1.0"/>
  <p:tag name="KSO_WM_CHIP_GROUPID" val="618ddf349d7b144ec989f16d"/>
  <p:tag name="KSO_WM_CHIP_XID" val="618e0a8a5268663be886272e"/>
  <p:tag name="KSO_WM_UNIT_DEC_AREA_ID" val="d9eae15fe76b40e6984debcabf97c03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0294ecdd6df492db45eee51a79bb287"/>
  <p:tag name="KSO_WM_SLIDE_BACKGROUND_TYPE" val="general"/>
</p:tagLst>
</file>

<file path=ppt/tags/tag17.xml><?xml version="1.0" encoding="utf-8"?>
<p:tagLst xmlns:p="http://schemas.openxmlformats.org/presentationml/2006/main">
  <p:tag name="KSO_WM_SLIDE_BACKGROUND_TYPE" val="general"/>
</p:tagLst>
</file>

<file path=ppt/tags/tag18.xml><?xml version="1.0" encoding="utf-8"?>
<p:tagLst xmlns:p="http://schemas.openxmlformats.org/presentationml/2006/main">
  <p:tag name="KSO_WM_SLIDE_BACKGROUND_TYPE" val="general"/>
</p:tagLst>
</file>

<file path=ppt/tags/tag19.xml><?xml version="1.0" encoding="utf-8"?>
<p:tagLst xmlns:p="http://schemas.openxmlformats.org/presentationml/2006/main">
  <p:tag name="KSO_WM_SLIDE_BACKGROUND_TYPE" val="general"/>
</p:tagLst>
</file>

<file path=ppt/tags/tag20.xml><?xml version="1.0" encoding="utf-8"?>
<p:tagLst xmlns:p="http://schemas.openxmlformats.org/presentationml/2006/main">
  <p:tag name="KSO_WM_SLIDE_BACKGROUND_TYPE" val="general"/>
</p:tagLst>
</file>

<file path=ppt/tags/tag21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10*i*1"/>
  <p:tag name="KSO_WM_BEAUTIFY_FLAG" val="#wm#"/>
  <p:tag name="KSO_WM_TAG_VERSION" val="1.0"/>
  <p:tag name="KSO_WM_CHIP_GROUPID" val="618ddf349d7b144ec989f16d"/>
  <p:tag name="KSO_WM_CHIP_XID" val="618e0a8a5268663be886272e"/>
  <p:tag name="KSO_WM_UNIT_DEC_AREA_ID" val="76f8f10462254f6f8881797f3c492e2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dbcc8e6bbe1240f7b30dd5aa33163fb4"/>
  <p:tag name="KSO_WM_SLIDE_BACKGROUND_TYPE" val="frame"/>
</p:tagLst>
</file>

<file path=ppt/tags/tag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286"/>
  <p:tag name="KSO_WM_CHIP_GROUPID" val="612f6a61c37455bdf62a9584"/>
  <p:tag name="KSO_WM_CHIP_XID" val="612f6a61c37455bdf62a9586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3.xml><?xml version="1.0" encoding="utf-8"?>
<p:tagLst xmlns:p="http://schemas.openxmlformats.org/presentationml/2006/main">
  <p:tag name="KSO_WM_SLIDE_BACKGROUND_TYPE" val="frame"/>
</p:tagLst>
</file>

<file path=ppt/tags/tag24.xml><?xml version="1.0" encoding="utf-8"?>
<p:tagLst xmlns:p="http://schemas.openxmlformats.org/presentationml/2006/main">
  <p:tag name="KSO_WM_SLIDE_BACKGROUND_TYPE" val="frame"/>
</p:tagLst>
</file>

<file path=ppt/tags/tag25.xml><?xml version="1.0" encoding="utf-8"?>
<p:tagLst xmlns:p="http://schemas.openxmlformats.org/presentationml/2006/main">
  <p:tag name="KSO_WM_SLIDE_BACKGROUND_TYPE" val="frame"/>
</p:tagLst>
</file>

<file path=ppt/tags/tag26.xml><?xml version="1.0" encoding="utf-8"?>
<p:tagLst xmlns:p="http://schemas.openxmlformats.org/presentationml/2006/main">
  <p:tag name="KSO_WM_SLIDE_BACKGROUND_TYPE" val="frame"/>
</p:tagLst>
</file>

<file path=ppt/tags/tag27.xml><?xml version="1.0" encoding="utf-8"?>
<p:tagLst xmlns:p="http://schemas.openxmlformats.org/presentationml/2006/main">
  <p:tag name="KSO_WM_SLIDE_BACKGROUND_TYPE" val="frame"/>
</p:tagLst>
</file>

<file path=ppt/tags/tag28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10*i*1"/>
  <p:tag name="KSO_WM_BEAUTIFY_FLAG" val="#wm#"/>
  <p:tag name="KSO_WM_TAG_VERSION" val="1.0"/>
  <p:tag name="KSO_WM_CHIP_GROUPID" val="618ddf349d7b144ec989f16d"/>
  <p:tag name="KSO_WM_CHIP_XID" val="618e0a8a5268663be886272e"/>
  <p:tag name="KSO_WM_UNIT_DEC_AREA_ID" val="963cb5ec94ab498e9f9e8337d5e84f0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3c4a1e3b97447cf9b7152e6d5c5179c"/>
  <p:tag name="KSO_WM_SLIDE_BACKGROUND_TYPE" val="leftRight"/>
</p:tagLst>
</file>

<file path=ppt/tags/tag2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7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.xml><?xml version="1.0" encoding="utf-8"?>
<p:tagLst xmlns:p="http://schemas.openxmlformats.org/presentationml/2006/main">
  <p:tag name="KSO_WM_SLIDE_BACKGROUND_TYPE" val="leftRight"/>
</p:tagLst>
</file>

<file path=ppt/tags/tag31.xml><?xml version="1.0" encoding="utf-8"?>
<p:tagLst xmlns:p="http://schemas.openxmlformats.org/presentationml/2006/main">
  <p:tag name="KSO_WM_SLIDE_BACKGROUND_TYPE" val="leftRight"/>
</p:tagLst>
</file>

<file path=ppt/tags/tag32.xml><?xml version="1.0" encoding="utf-8"?>
<p:tagLst xmlns:p="http://schemas.openxmlformats.org/presentationml/2006/main">
  <p:tag name="KSO_WM_SLIDE_BACKGROUND_TYPE" val="leftRight"/>
</p:tagLst>
</file>

<file path=ppt/tags/tag33.xml><?xml version="1.0" encoding="utf-8"?>
<p:tagLst xmlns:p="http://schemas.openxmlformats.org/presentationml/2006/main">
  <p:tag name="KSO_WM_SLIDE_BACKGROUND_TYPE" val="leftRight"/>
</p:tagLst>
</file>

<file path=ppt/tags/tag34.xml><?xml version="1.0" encoding="utf-8"?>
<p:tagLst xmlns:p="http://schemas.openxmlformats.org/presentationml/2006/main">
  <p:tag name="KSO_WM_SLIDE_BACKGROUND_TYPE" val="leftRight"/>
</p:tagLst>
</file>

<file path=ppt/tags/tag35.xml><?xml version="1.0" encoding="utf-8"?>
<p:tagLst xmlns:p="http://schemas.openxmlformats.org/presentationml/2006/main">
  <p:tag name="KSO_WM_SLIDE_BACKGROUND_TYPE" val="leftRight"/>
</p:tagLst>
</file>

<file path=ppt/tags/tag36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10*i*1"/>
  <p:tag name="KSO_WM_BEAUTIFY_FLAG" val="#wm#"/>
  <p:tag name="KSO_WM_TAG_VERSION" val="1.0"/>
  <p:tag name="KSO_WM_CHIP_GROUPID" val="618ddf349d7b144ec989f16d"/>
  <p:tag name="KSO_WM_CHIP_XID" val="618e0a8a5268663be886272e"/>
  <p:tag name="KSO_WM_UNIT_DEC_AREA_ID" val="007db961dfcd4242a4045471f991b0c8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a83887a12814146b22bf3b8fd287c2c"/>
  <p:tag name="KSO_WM_SLIDE_BACKGROUND_TYPE" val="topBottom"/>
</p:tagLst>
</file>

<file path=ppt/tags/tag3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8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.xml><?xml version="1.0" encoding="utf-8"?>
<p:tagLst xmlns:p="http://schemas.openxmlformats.org/presentationml/2006/main">
  <p:tag name="KSO_WM_SLIDE_BACKGROUND_TYPE" val="topBottom"/>
</p:tagLst>
</file>

<file path=ppt/tags/tag39.xml><?xml version="1.0" encoding="utf-8"?>
<p:tagLst xmlns:p="http://schemas.openxmlformats.org/presentationml/2006/main">
  <p:tag name="KSO_WM_SLIDE_BACKGROUND_TYPE" val="topBottom"/>
</p:tagLst>
</file>

<file path=ppt/tags/tag40.xml><?xml version="1.0" encoding="utf-8"?>
<p:tagLst xmlns:p="http://schemas.openxmlformats.org/presentationml/2006/main">
  <p:tag name="KSO_WM_SLIDE_BACKGROUND_TYPE" val="topBottom"/>
</p:tagLst>
</file>

<file path=ppt/tags/tag41.xml><?xml version="1.0" encoding="utf-8"?>
<p:tagLst xmlns:p="http://schemas.openxmlformats.org/presentationml/2006/main">
  <p:tag name="KSO_WM_SLIDE_BACKGROUND_TYPE" val="topBottom"/>
</p:tagLst>
</file>

<file path=ppt/tags/tag42.xml><?xml version="1.0" encoding="utf-8"?>
<p:tagLst xmlns:p="http://schemas.openxmlformats.org/presentationml/2006/main">
  <p:tag name="KSO_WM_SLIDE_BACKGROUND_TYPE" val="topBottom"/>
</p:tagLst>
</file>

<file path=ppt/tags/tag43.xml><?xml version="1.0" encoding="utf-8"?>
<p:tagLst xmlns:p="http://schemas.openxmlformats.org/presentationml/2006/main">
  <p:tag name="KSO_WM_SLIDE_BACKGROUND_TYPE" val="topBottom"/>
</p:tagLst>
</file>

<file path=ppt/tags/tag44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10*i*1"/>
  <p:tag name="KSO_WM_BEAUTIFY_FLAG" val="#wm#"/>
  <p:tag name="KSO_WM_TAG_VERSION" val="1.0"/>
  <p:tag name="KSO_WM_CHIP_GROUPID" val="618ddf349d7b144ec989f16d"/>
  <p:tag name="KSO_WM_CHIP_XID" val="618e0a8a5268663be886272e"/>
  <p:tag name="KSO_WM_UNIT_DEC_AREA_ID" val="7368434fbe67438f89a9e78cc1ca588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d2e1df574bc34b5fb51e432ce3c4373b"/>
  <p:tag name="KSO_WM_SLIDE_BACKGROUND_TYPE" val="bottomTop"/>
</p:tagLst>
</file>

<file path=ppt/tags/tag4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9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6.xml><?xml version="1.0" encoding="utf-8"?>
<p:tagLst xmlns:p="http://schemas.openxmlformats.org/presentationml/2006/main">
  <p:tag name="KSO_WM_SLIDE_BACKGROUND_TYPE" val="bottomTop"/>
</p:tagLst>
</file>

<file path=ppt/tags/tag47.xml><?xml version="1.0" encoding="utf-8"?>
<p:tagLst xmlns:p="http://schemas.openxmlformats.org/presentationml/2006/main">
  <p:tag name="KSO_WM_SLIDE_BACKGROUND_TYPE" val="bottomTop"/>
</p:tagLst>
</file>

<file path=ppt/tags/tag48.xml><?xml version="1.0" encoding="utf-8"?>
<p:tagLst xmlns:p="http://schemas.openxmlformats.org/presentationml/2006/main">
  <p:tag name="KSO_WM_SLIDE_BACKGROUND_TYPE" val="bottomTop"/>
</p:tagLst>
</file>

<file path=ppt/tags/tag49.xml><?xml version="1.0" encoding="utf-8"?>
<p:tagLst xmlns:p="http://schemas.openxmlformats.org/presentationml/2006/main">
  <p:tag name="KSO_WM_SLIDE_BACKGROUND_TYPE" val="bottomTop"/>
</p:tagLst>
</file>

<file path=ppt/tags/tag50.xml><?xml version="1.0" encoding="utf-8"?>
<p:tagLst xmlns:p="http://schemas.openxmlformats.org/presentationml/2006/main">
  <p:tag name="KSO_WM_SLIDE_BACKGROUND_TYPE" val="bottomTop"/>
</p:tagLst>
</file>

<file path=ppt/tags/tag51.xml><?xml version="1.0" encoding="utf-8"?>
<p:tagLst xmlns:p="http://schemas.openxmlformats.org/presentationml/2006/main">
  <p:tag name="KSO_WM_SLIDE_BACKGROUND_TYPE" val="bottomTop"/>
</p:tagLst>
</file>

<file path=ppt/tags/tag52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10*i*1"/>
  <p:tag name="KSO_WM_BEAUTIFY_FLAG" val="#wm#"/>
  <p:tag name="KSO_WM_TAG_VERSION" val="1.0"/>
  <p:tag name="KSO_WM_CHIP_GROUPID" val="618ddf349d7b144ec989f16d"/>
  <p:tag name="KSO_WM_CHIP_XID" val="618e0a8a5268663be886272e"/>
  <p:tag name="KSO_WM_UNIT_DEC_AREA_ID" val="97ed20fbe6d643bd96b892ea0f4fa9b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1041d7cd2774f92a0f27d1e081f1964"/>
  <p:tag name="KSO_WM_SLIDE_BACKGROUND_TYPE" val="navigation"/>
</p:tagLst>
</file>

<file path=ppt/tags/tag5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a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4.xml><?xml version="1.0" encoding="utf-8"?>
<p:tagLst xmlns:p="http://schemas.openxmlformats.org/presentationml/2006/main">
  <p:tag name="KSO_WM_SLIDE_BACKGROUND_TYPE" val="navigation"/>
</p:tagLst>
</file>

<file path=ppt/tags/tag55.xml><?xml version="1.0" encoding="utf-8"?>
<p:tagLst xmlns:p="http://schemas.openxmlformats.org/presentationml/2006/main">
  <p:tag name="KSO_WM_SLIDE_BACKGROUND_TYPE" val="navigation"/>
</p:tagLst>
</file>

<file path=ppt/tags/tag56.xml><?xml version="1.0" encoding="utf-8"?>
<p:tagLst xmlns:p="http://schemas.openxmlformats.org/presentationml/2006/main">
  <p:tag name="KSO_WM_SLIDE_BACKGROUND_TYPE" val="navigation"/>
</p:tagLst>
</file>

<file path=ppt/tags/tag57.xml><?xml version="1.0" encoding="utf-8"?>
<p:tagLst xmlns:p="http://schemas.openxmlformats.org/presentationml/2006/main">
  <p:tag name="KSO_WM_SLIDE_BACKGROUND_TYPE" val="navigation"/>
</p:tagLst>
</file>

<file path=ppt/tags/tag58.xml><?xml version="1.0" encoding="utf-8"?>
<p:tagLst xmlns:p="http://schemas.openxmlformats.org/presentationml/2006/main">
  <p:tag name="KSO_WM_SLIDE_BACKGROUND_TYPE" val="navigation"/>
</p:tagLst>
</file>

<file path=ppt/tags/tag59.xml><?xml version="1.0" encoding="utf-8"?>
<p:tagLst xmlns:p="http://schemas.openxmlformats.org/presentationml/2006/main">
  <p:tag name="KSO_WM_SLIDE_BACKGROUND_TYPE" val="navigation"/>
</p:tagLst>
</file>

<file path=ppt/tags/tag60.xml><?xml version="1.0" encoding="utf-8"?>
<p:tagLst xmlns:p="http://schemas.openxmlformats.org/presentationml/2006/main">
  <p:tag name="KSO_WM_SLIDE_BACKGROUND_TYPE" val="navigation"/>
</p:tagLst>
</file>

<file path=ppt/tags/tag61.xml><?xml version="1.0" encoding="utf-8"?>
<p:tagLst xmlns:p="http://schemas.openxmlformats.org/presentationml/2006/main">
  <p:tag name="KSO_WM_SLIDE_BACKGROUND_TYPE" val="navigation"/>
</p:tagLst>
</file>

<file path=ppt/tags/tag62.xml><?xml version="1.0" encoding="utf-8"?>
<p:tagLst xmlns:p="http://schemas.openxmlformats.org/presentationml/2006/main">
  <p:tag name="KSO_WM_UNIT_SUBTYPE" val="v"/>
  <p:tag name="KSO_WM_TEMPLATE_CATEGORY" val="chip"/>
  <p:tag name="KSO_WM_TEMPLATE_INDEX" val="20220976"/>
  <p:tag name="KSO_WM_UNIT_TYPE" val="i"/>
  <p:tag name="KSO_WM_UNIT_INDEX" val="1"/>
  <p:tag name="KSO_WM_UNIT_ID" val="chip20220976_10*i*1"/>
  <p:tag name="KSO_WM_BEAUTIFY_FLAG" val="#wm#"/>
  <p:tag name="KSO_WM_TAG_VERSION" val="1.0"/>
  <p:tag name="KSO_WM_CHIP_GROUPID" val="618ddf349d7b144ec989f16d"/>
  <p:tag name="KSO_WM_CHIP_XID" val="618e0a8a5268663be886272e"/>
  <p:tag name="KSO_WM_UNIT_DEC_AREA_ID" val="5204f60c3e7a4f8aa855587def23fc8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ae68a695aaa4a4d847d2f465c3d4f69"/>
  <p:tag name="KSO_WM_SLIDE_BACKGROUND_TYPE" val="belt"/>
</p:tagLst>
</file>

<file path=ppt/tags/tag6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b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.xml><?xml version="1.0" encoding="utf-8"?>
<p:tagLst xmlns:p="http://schemas.openxmlformats.org/presentationml/2006/main">
  <p:tag name="KSO_WM_SLIDE_BACKGROUND_TYPE" val="belt"/>
</p:tagLst>
</file>

<file path=ppt/tags/tag65.xml><?xml version="1.0" encoding="utf-8"?>
<p:tagLst xmlns:p="http://schemas.openxmlformats.org/presentationml/2006/main">
  <p:tag name="KSO_WM_SLIDE_BACKGROUND_TYPE" val="belt"/>
</p:tagLst>
</file>

<file path=ppt/tags/tag66.xml><?xml version="1.0" encoding="utf-8"?>
<p:tagLst xmlns:p="http://schemas.openxmlformats.org/presentationml/2006/main">
  <p:tag name="KSO_WM_SLIDE_BACKGROUND_TYPE" val="belt"/>
</p:tagLst>
</file>

<file path=ppt/tags/tag67.xml><?xml version="1.0" encoding="utf-8"?>
<p:tagLst xmlns:p="http://schemas.openxmlformats.org/presentationml/2006/main">
  <p:tag name="KSO_WM_SLIDE_BACKGROUND_TYPE" val="belt"/>
</p:tagLst>
</file>

<file path=ppt/tags/tag68.xml><?xml version="1.0" encoding="utf-8"?>
<p:tagLst xmlns:p="http://schemas.openxmlformats.org/presentationml/2006/main">
  <p:tag name="KSO_WM_SLIDE_BACKGROUND_TYPE" val="belt"/>
</p:tagLst>
</file>

<file path=ppt/tags/tag69.xml><?xml version="1.0" encoding="utf-8"?>
<p:tagLst xmlns:p="http://schemas.openxmlformats.org/presentationml/2006/main">
  <p:tag name="KSO_WM_TEMPLATE_CATEGORY" val="custom"/>
  <p:tag name="KSO_WM_TEMPLATE_INDEX" val="20220976"/>
</p:tagLst>
</file>

<file path=ppt/tags/tag70.xml><?xml version="1.0" encoding="utf-8"?>
<p:tagLst xmlns:p="http://schemas.openxmlformats.org/presentationml/2006/main">
  <p:tag name="KSO_WM_TEMPLATE_CATEGORY" val="custom"/>
  <p:tag name="KSO_WM_TEMPLATE_INDEX" val="20220976"/>
</p:tagLst>
</file>

<file path=ppt/tags/tag71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0976"/>
  <p:tag name="KSO_WM_CHIP_COLORING" val="3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diagram"/>
  <p:tag name="KSO_WM_TEMPLATE_INDEX" val="20200893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diagram"/>
  <p:tag name="KSO_WM_TEMPLATE_INDEX" val="20200893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TEMPLATE_SUBCATEGORY" val="0"/>
  <p:tag name="KSO_WM_TAG_VERSION" val="1.0"/>
  <p:tag name="KSO_WM_BEAUTIFY_FLAG" val="#wm#"/>
  <p:tag name="KSO_WM_TEMPLATE_CATEGORY" val="diagram"/>
  <p:tag name="KSO_WM_TEMPLATE_INDEX" val="20200893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v"/>
  <p:tag name="KSO_WM_UNIT_TYPE" val="i"/>
  <p:tag name="KSO_WM_UNIT_INDEX" val="1"/>
  <p:tag name="KSO_WM_UNIT_ID" val="chip20211344_1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3"/>
  <p:tag name="KSO_WM_UNIT_DEC_AREA_ID" val="dcf6190cc3fb4603b3beb17b2203481f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86d301cad84a4fa6afc28d43a4aa86bb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11344_1*a*1"/>
  <p:tag name="KSO_WM_TEMPLATE_CATEGORY" val="custom"/>
  <p:tag name="KSO_WM_TEMPLATE_INDEX" val="20211344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4"/>
  <p:tag name="KSO_WM_UNIT_TYPE" val="a"/>
  <p:tag name="KSO_WM_UNIT_INDEX" val="1"/>
  <p:tag name="KSO_WM_UNIT_ISNUMDGMTITLE" val="0"/>
  <p:tag name="KSO_WM_UNIT_PRESET_TEXT" val="同心逐梦 不断超越"/>
  <p:tag name="KSO_WM_UNIT_BLOCK" val="0"/>
  <p:tag name="KSO_WM_UNIT_DEC_AREA_ID" val="2bc3cbf800cd4d65bcedd9291a31b430"/>
  <p:tag name="KSO_WM_UNIT_DEFAULT_FONT" val="24;60;4"/>
  <p:tag name="KSO_WM_CHIP_GROUPID" val="5f2a1e7645e1f15ec24fe43a"/>
  <p:tag name="KSO_WM_CHIP_XID" val="5f2a1e7645e1f15ec24fe43b"/>
  <p:tag name="KSO_WM_CHIP_FILLAREA_FILL_RULE" val="{&quot;fill_align&quot;:&quot;cm&quot;,&quot;fill_mode&quot;:&quot;adaptive&quot;,&quot;sacle_strategy&quot;:&quot;smart&quot;}"/>
  <p:tag name="KSO_WM_ASSEMBLE_CHIP_INDEX" val="92b4bfc363294ab6a10ad52acbedc00d"/>
  <p:tag name="KSO_WM_UNIT_TEXT_FILL_FORE_SCHEMECOLOR_INDEX_BRIGHTNESS" val="0.15"/>
  <p:tag name="KSO_WM_UNIT_TEXT_FILL_FORE_SCHEMECOLOR_INDEX" val="13"/>
  <p:tag name="KSO_WM_UNIT_TEXT_FILL_TYPE" val="1"/>
  <p:tag name="KSO_WM_TEMPLATE_ASSEMBLE_XID" val="5f7096040ff15d9a40ec0e27"/>
  <p:tag name="KSO_WM_TEMPLATE_ASSEMBLE_GROUPID" val="5f7096040ff15d9a40ec0e27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11344_1*b*1"/>
  <p:tag name="KSO_WM_TEMPLATE_CATEGORY" val="custom"/>
  <p:tag name="KSO_WM_TEMPLATE_INDEX" val="20211344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9"/>
  <p:tag name="KSO_WM_UNIT_TYPE" val="b"/>
  <p:tag name="KSO_WM_UNIT_INDEX" val="1"/>
  <p:tag name="KSO_WM_UNIT_ISNUMDGMTITLE" val="0"/>
  <p:tag name="KSO_WM_UNIT_PRESET_TEXT" val="此处添加副标题内容"/>
  <p:tag name="KSO_WM_UNIT_BLOCK" val="0"/>
  <p:tag name="KSO_WM_UNIT_DEC_AREA_ID" val="6cf57771c94a45469378917d4183dbc1"/>
  <p:tag name="KSO_WM_UNIT_DEFAULT_FONT" val="18;24;2"/>
  <p:tag name="KSO_WM_CHIP_GROUPID" val="5f2a1e7645e1f15ec24fe43a"/>
  <p:tag name="KSO_WM_CHIP_XID" val="5f2a1e7645e1f15ec24fe43b"/>
  <p:tag name="KSO_WM_CHIP_FILLAREA_FILL_RULE" val="{&quot;fill_align&quot;:&quot;cm&quot;,&quot;fill_mode&quot;:&quot;adaptive&quot;,&quot;sacle_strategy&quot;:&quot;smart&quot;}"/>
  <p:tag name="KSO_WM_ASSEMBLE_CHIP_INDEX" val="92b4bfc363294ab6a10ad52acbedc00d"/>
  <p:tag name="KSO_WM_UNIT_TEXT_FILL_FORE_SCHEMECOLOR_INDEX_BRIGHTNESS" val="0.35"/>
  <p:tag name="KSO_WM_UNIT_TEXT_FILL_FORE_SCHEMECOLOR_INDEX" val="13"/>
  <p:tag name="KSO_WM_UNIT_TEXT_FILL_TYPE" val="1"/>
  <p:tag name="KSO_WM_TEMPLATE_ASSEMBLE_XID" val="5f7096040ff15d9a40ec0e27"/>
  <p:tag name="KSO_WM_TEMPLATE_ASSEMBLE_GROUPID" val="5f7096040ff15d9a40ec0e27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3110fd5b58b4444193813f6e115580a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d0f627f599545cbb94fe8de8d13ea36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584dfe683a194758a8bf4d1d7d2f750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9e2d1727c50420080b71b6e30daba3e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11344_2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4"/>
  <p:tag name="KSO_WM_UNIT_DEC_AREA_ID" val="b4bea5d6bb4f40aa8e3050723cc79efe"/>
  <p:tag name="KSO_WM_UNIT_DECORATE_INFO" val=""/>
  <p:tag name="KSO_WM_UNIT_SM_LIMIT_TYPE" val=""/>
  <p:tag name="KSO_WM_CHIP_FILLAREA_FILL_RULE" val="{&quot;fill_align&quot;:&quot;lm&quot;,&quot;fill_effect&quot;:[],&quot;fill_mode&quot;:&quot;adaptive&quot;,&quot;sacle_strategy&quot;:&quot;stretch&quot;}"/>
  <p:tag name="KSO_WM_ASSEMBLE_CHIP_INDEX" val="267da2c0d654447db6fcac430ce9dd2c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98a70ac9adf649cf8315b986ec1fa18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873b608bc554dec8e213e48d706c73f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e7d83d6c15ba48fb9d4bba134be04d6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c00a88a18c946f79e78aeddbbf60a96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1344_1*a*1"/>
  <p:tag name="KSO_WM_TEMPLATE_CATEGORY" val="custom"/>
  <p:tag name="KSO_WM_TEMPLATE_INDEX" val="20211344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32;2"/>
  <p:tag name="KSO_WM_UNIT_BLOCK" val="0"/>
  <p:tag name="KSO_WM_UNIT_DEC_AREA_ID" val="3100ed5a50714888933046161ab3dbfe"/>
  <p:tag name="KSO_WM_CHIP_GROUPID" val="5ebe41950ac41c4a0a525618"/>
  <p:tag name="KSO_WM_CHIP_XID" val="5ebe41950ac41c4a0a525619"/>
  <p:tag name="KSO_WM_CHIP_FILLAREA_FILL_RULE" val="{&quot;fill_align&quot;:&quot;cm&quot;,&quot;fill_mode&quot;:&quot;adaptive&quot;,&quot;sacle_strategy&quot;:&quot;smart&quot;}"/>
  <p:tag name="KSO_WM_ASSEMBLE_CHIP_INDEX" val="a94e97eb772a4e0a91bee7b691c61a6b"/>
  <p:tag name="KSO_WM_UNIT_TEXT_FILL_FORE_SCHEMECOLOR_INDEX_BRIGHTNESS" val="0.15"/>
  <p:tag name="KSO_WM_UNIT_TEXT_FILL_FORE_SCHEMECOLOR_INDEX" val="13"/>
  <p:tag name="KSO_WM_UNIT_TEXT_FILL_TYPE" val="1"/>
  <p:tag name="KSO_WM_TEMPLATE_ASSEMBLE_XID" val="5f7096040ff15d9a40ec0e22"/>
  <p:tag name="KSO_WM_TEMPLATE_ASSEMBLE_GROUPID" val="5f7096040ff15d9a40ec0e22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6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1344_1*b*1"/>
  <p:tag name="KSO_WM_TEMPLATE_CATEGORY" val="custom"/>
  <p:tag name="KSO_WM_TEMPLATE_INDEX" val="20211344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。"/>
  <p:tag name="KSO_WM_UNIT_DEFAULT_FONT" val="14;16;2"/>
  <p:tag name="KSO_WM_UNIT_BLOCK" val="0"/>
  <p:tag name="KSO_WM_UNIT_DEC_AREA_ID" val="23519dd29bb34f5794b8fd7c9efea279"/>
  <p:tag name="KSO_WM_CHIP_GROUPID" val="5ebe41950ac41c4a0a525618"/>
  <p:tag name="KSO_WM_CHIP_XID" val="5ebe41950ac41c4a0a525619"/>
  <p:tag name="KSO_WM_CHIP_FILLAREA_FILL_RULE" val="{&quot;fill_align&quot;:&quot;cm&quot;,&quot;fill_mode&quot;:&quot;adaptive&quot;,&quot;sacle_strategy&quot;:&quot;smart&quot;}"/>
  <p:tag name="KSO_WM_ASSEMBLE_CHIP_INDEX" val="a94e97eb772a4e0a91bee7b691c61a6b"/>
  <p:tag name="KSO_WM_UNIT_TEXT_FILL_FORE_SCHEMECOLOR_INDEX_BRIGHTNESS" val="0.35"/>
  <p:tag name="KSO_WM_UNIT_TEXT_FILL_FORE_SCHEMECOLOR_INDEX" val="13"/>
  <p:tag name="KSO_WM_UNIT_TEXT_FILL_TYPE" val="1"/>
  <p:tag name="KSO_WM_TEMPLATE_ASSEMBLE_XID" val="5f7096040ff15d9a40ec0e22"/>
  <p:tag name="KSO_WM_TEMPLATE_ASSEMBLE_GROUPID" val="5f7096040ff15d9a40ec0e2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3110fd5b58b4444193813f6e115580a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d0f627f599545cbb94fe8de8d13ea36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584dfe683a194758a8bf4d1d7d2f750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9e2d1727c50420080b71b6e30daba3e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3110fd5b58b4444193813f6e115580a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d0f627f599545cbb94fe8de8d13ea36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584dfe683a194758a8bf4d1d7d2f750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9e2d1727c50420080b71b6e30daba3e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11344_2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4"/>
  <p:tag name="KSO_WM_UNIT_DEC_AREA_ID" val="592bf4995e384e1ab8bd75c9fce1220c"/>
  <p:tag name="KSO_WM_UNIT_DECORATE_INFO" val=""/>
  <p:tag name="KSO_WM_UNIT_SM_LIMIT_TYPE" val=""/>
  <p:tag name="KSO_WM_CHIP_FILLAREA_FILL_RULE" val="{&quot;fill_align&quot;:&quot;rm&quot;,&quot;fill_effect&quot;:[],&quot;fill_mode&quot;:&quot;adaptive&quot;,&quot;sacle_strategy&quot;:&quot;stretch&quot;}"/>
  <p:tag name="KSO_WM_ASSEMBLE_CHIP_INDEX" val="69373be4ab72425abdf2dfed60e933d5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6e2ce37018cb41a79884441c3f5bb9e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0cee36fffc9f45338192dc47e9703d19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3110fd5b58b4444193813f6e115580a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d0f627f599545cbb94fe8de8d13ea36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584dfe683a194758a8bf4d1d7d2f750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9e2d1727c50420080b71b6e30daba3e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3110fd5b58b4444193813f6e115580a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d0f627f599545cbb94fe8de8d13ea36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584dfe683a194758a8bf4d1d7d2f750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9e2d1727c50420080b71b6e30daba3e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3110fd5b58b4444193813f6e115580a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d0f627f599545cbb94fe8de8d13ea36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584dfe683a194758a8bf4d1d7d2f750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9e2d1727c50420080b71b6e30daba3e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v"/>
  <p:tag name="KSO_WM_UNIT_TYPE" val="i"/>
  <p:tag name="KSO_WM_UNIT_INDEX" val="1"/>
  <p:tag name="KSO_WM_UNIT_ID" val="chip20211344_1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3"/>
  <p:tag name="KSO_WM_UNIT_DEC_AREA_ID" val="dcf6190cc3fb4603b3beb17b2203481f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86d301cad84a4fa6afc28d43a4aa86bb"/>
</p:tagLst>
</file>

<file path=ppt/tags/tag1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1344_1*b*1"/>
  <p:tag name="KSO_WM_TEMPLATE_CATEGORY" val="custom"/>
  <p:tag name="KSO_WM_TEMPLATE_INDEX" val="20211344"/>
  <p:tag name="KSO_WM_UNIT_LAYERLEVEL" val="1"/>
  <p:tag name="KSO_WM_TAG_VERSION" val="1.0"/>
  <p:tag name="KSO_WM_BEAUTIFY_FLAG" val="#wm#"/>
  <p:tag name="KSO_WM_UNIT_PRESET_TEXT" val="单击此处添加副标题内容"/>
  <p:tag name="KSO_WM_UNIT_DEFAULT_FONT" val="18;24;2"/>
  <p:tag name="KSO_WM_UNIT_BLOCK" val="0"/>
  <p:tag name="KSO_WM_UNIT_DEC_AREA_ID" val="558683bc84654d2c8301479426dbac22"/>
  <p:tag name="KSO_WM_CHIP_GROUPID" val="5ebe37500ac41c4a0a5255bb"/>
  <p:tag name="KSO_WM_CHIP_XID" val="5ebe37500ac41c4a0a5255bc"/>
  <p:tag name="KSO_WM_CHIP_FILLAREA_FILL_RULE" val="{&quot;fill_align&quot;:&quot;cm&quot;,&quot;fill_mode&quot;:&quot;adaptive&quot;,&quot;sacle_strategy&quot;:&quot;smart&quot;}"/>
  <p:tag name="KSO_WM_ASSEMBLE_CHIP_INDEX" val="2505b76eb7c249698c44966e70be30de"/>
  <p:tag name="KSO_WM_UNIT_TEXT_FILL_FORE_SCHEMECOLOR_INDEX_BRIGHTNESS" val="0.35"/>
  <p:tag name="KSO_WM_UNIT_TEXT_FILL_FORE_SCHEMECOLOR_INDEX" val="13"/>
  <p:tag name="KSO_WM_UNIT_TEXT_FILL_TYPE" val="1"/>
  <p:tag name="KSO_WM_TEMPLATE_ASSEMBLE_XID" val="5f7096040ff15d9a40ec0e3d"/>
  <p:tag name="KSO_WM_TEMPLATE_ASSEMBLE_GROUPID" val="5f7096040ff15d9a40ec0e3d"/>
</p:tagLst>
</file>

<file path=ppt/tags/tag157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1344_1*a*1"/>
  <p:tag name="KSO_WM_TEMPLATE_CATEGORY" val="custom"/>
  <p:tag name="KSO_WM_TEMPLATE_INDEX" val="20211344"/>
  <p:tag name="KSO_WM_UNIT_LAYERLEVEL" val="1"/>
  <p:tag name="KSO_WM_TAG_VERSION" val="1.0"/>
  <p:tag name="KSO_WM_BEAUTIFY_FLAG" val="#wm#"/>
  <p:tag name="KSO_WM_UNIT_PRESET_TEXT" val="谢谢观看"/>
  <p:tag name="KSO_WM_UNIT_DEFAULT_FONT" val="60;74;4"/>
  <p:tag name="KSO_WM_UNIT_BLOCK" val="0"/>
  <p:tag name="KSO_WM_UNIT_DEC_AREA_ID" val="b73e933c1e6d4557bd2fa1b210e4e326"/>
  <p:tag name="KSO_WM_CHIP_GROUPID" val="5ebe37500ac41c4a0a5255bb"/>
  <p:tag name="KSO_WM_CHIP_XID" val="5ebe37500ac41c4a0a5255bc"/>
  <p:tag name="KSO_WM_CHIP_FILLAREA_FILL_RULE" val="{&quot;fill_align&quot;:&quot;cm&quot;,&quot;fill_mode&quot;:&quot;adaptive&quot;,&quot;sacle_strategy&quot;:&quot;smart&quot;}"/>
  <p:tag name="KSO_WM_ASSEMBLE_CHIP_INDEX" val="2505b76eb7c249698c44966e70be30de"/>
  <p:tag name="KSO_WM_UNIT_TEXT_FILL_FORE_SCHEMECOLOR_INDEX_BRIGHTNESS" val="0.15"/>
  <p:tag name="KSO_WM_UNIT_TEXT_FILL_FORE_SCHEMECOLOR_INDEX" val="13"/>
  <p:tag name="KSO_WM_UNIT_TEXT_FILL_TYPE" val="1"/>
  <p:tag name="KSO_WM_TEMPLATE_ASSEMBLE_XID" val="5f7096040ff15d9a40ec0e3d"/>
  <p:tag name="KSO_WM_TEMPLATE_ASSEMBLE_GROUPID" val="5f7096040ff15d9a40ec0e3d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3110fd5b58b4444193813f6e115580a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d0f627f599545cbb94fe8de8d13ea36"/>
  <p:tag name="KSO_WM_SLIDE_BACKGROUND_TYPE" val="general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584dfe683a194758a8bf4d1d7d2f750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9e2d1727c50420080b71b6e30daba3e"/>
  <p:tag name="KSO_WM_SLIDE_BACKGROUND_TYPE" val="general"/>
</p:tagLst>
</file>

<file path=ppt/tags/tag160.xml><?xml version="1.0" encoding="utf-8"?>
<p:tagLst xmlns:p="http://schemas.openxmlformats.org/presentationml/2006/main">
  <p:tag name="KSO_WM_SLIDE_BACKGROUND_TYPE" val="general"/>
</p:tagLst>
</file>

<file path=ppt/tags/tag161.xml><?xml version="1.0" encoding="utf-8"?>
<p:tagLst xmlns:p="http://schemas.openxmlformats.org/presentationml/2006/main">
  <p:tag name="KSO_WM_SLIDE_BACKGROUND_TYPE" val="general"/>
</p:tagLst>
</file>

<file path=ppt/tags/tag162.xml><?xml version="1.0" encoding="utf-8"?>
<p:tagLst xmlns:p="http://schemas.openxmlformats.org/presentationml/2006/main">
  <p:tag name="KSO_WM_SLIDE_BACKGROUND_TYPE" val="general"/>
</p:tagLst>
</file>

<file path=ppt/tags/tag163.xml><?xml version="1.0" encoding="utf-8"?>
<p:tagLst xmlns:p="http://schemas.openxmlformats.org/presentationml/2006/main">
  <p:tag name="KSO_WM_SLIDE_BACKGROUND_TYPE" val="general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44_5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703eaf747e3ea6e292956f"/>
  <p:tag name="KSO_WM_UNIT_DEC_AREA_ID" val="3374acb4bc934566b0cac9203ca30c52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c5be39c164814870b4692984f3de3381"/>
  <p:tag name="KSO_WM_SLIDE_BACKGROUND_TYPE" val="frame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14ebf4b0a7624641b6bb86d6c2321515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aafee142b714fb2a76eab03bc387478"/>
  <p:tag name="KSO_WM_SLIDE_BACKGROUND_TYPE" val="frame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5751fc8042e24109816ec2bba5c63be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c20956b8bf64e46b112484446a0de6e"/>
  <p:tag name="KSO_WM_SLIDE_BACKGROUND_TYPE" val="frame"/>
</p:tagLst>
</file>

<file path=ppt/tags/tag167.xml><?xml version="1.0" encoding="utf-8"?>
<p:tagLst xmlns:p="http://schemas.openxmlformats.org/presentationml/2006/main">
  <p:tag name="KSO_WM_SLIDE_BACKGROUND_TYPE" val="frame"/>
</p:tagLst>
</file>

<file path=ppt/tags/tag168.xml><?xml version="1.0" encoding="utf-8"?>
<p:tagLst xmlns:p="http://schemas.openxmlformats.org/presentationml/2006/main">
  <p:tag name="KSO_WM_SLIDE_BACKGROUND_TYPE" val="frame"/>
</p:tagLst>
</file>

<file path=ppt/tags/tag169.xml><?xml version="1.0" encoding="utf-8"?>
<p:tagLst xmlns:p="http://schemas.openxmlformats.org/presentationml/2006/main">
  <p:tag name="KSO_WM_SLIDE_BACKGROUND_TYPE" val="frame"/>
</p:tagLst>
</file>

<file path=ppt/tags/tag170.xml><?xml version="1.0" encoding="utf-8"?>
<p:tagLst xmlns:p="http://schemas.openxmlformats.org/presentationml/2006/main">
  <p:tag name="KSO_WM_SLIDE_BACKGROUND_TYPE" val="frame"/>
</p:tagLst>
</file>

<file path=ppt/tags/tag171.xml><?xml version="1.0" encoding="utf-8"?>
<p:tagLst xmlns:p="http://schemas.openxmlformats.org/presentationml/2006/main">
  <p:tag name="KSO_WM_SLIDE_BACKGROUND_TYPE" val="frame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44_5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703eaf747e3ea6e292956f"/>
  <p:tag name="KSO_WM_UNIT_DEC_AREA_ID" val="81096cd6ab034c74aca4bbde920358a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f85daddb6d2d415dab336d9da1cd9157"/>
  <p:tag name="KSO_WM_SLIDE_BACKGROUND_TYPE" val="leftRight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6c9fbeb129294136bde919d3029db485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6ba986a864c462bba5322cc3786e74a"/>
  <p:tag name="KSO_WM_SLIDE_BACKGROUND_TYPE" val="leftRight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cba5dfe826634a8fb4614e4d3a02727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66e4d09b5524b7baa1c2c99e2eb5b93"/>
  <p:tag name="KSO_WM_SLIDE_BACKGROUND_TYPE" val="leftRight"/>
</p:tagLst>
</file>

<file path=ppt/tags/tag175.xml><?xml version="1.0" encoding="utf-8"?>
<p:tagLst xmlns:p="http://schemas.openxmlformats.org/presentationml/2006/main">
  <p:tag name="KSO_WM_SLIDE_BACKGROUND_TYPE" val="leftRight"/>
</p:tagLst>
</file>

<file path=ppt/tags/tag176.xml><?xml version="1.0" encoding="utf-8"?>
<p:tagLst xmlns:p="http://schemas.openxmlformats.org/presentationml/2006/main">
  <p:tag name="KSO_WM_SLIDE_BACKGROUND_TYPE" val="leftRight"/>
</p:tagLst>
</file>

<file path=ppt/tags/tag177.xml><?xml version="1.0" encoding="utf-8"?>
<p:tagLst xmlns:p="http://schemas.openxmlformats.org/presentationml/2006/main">
  <p:tag name="KSO_WM_SLIDE_BACKGROUND_TYPE" val="leftRight"/>
</p:tagLst>
</file>

<file path=ppt/tags/tag178.xml><?xml version="1.0" encoding="utf-8"?>
<p:tagLst xmlns:p="http://schemas.openxmlformats.org/presentationml/2006/main">
  <p:tag name="KSO_WM_SLIDE_BACKGROUND_TYPE" val="leftRight"/>
</p:tagLst>
</file>

<file path=ppt/tags/tag179.xml><?xml version="1.0" encoding="utf-8"?>
<p:tagLst xmlns:p="http://schemas.openxmlformats.org/presentationml/2006/main">
  <p:tag name="KSO_WM_SLIDE_BACKGROUND_TYPE" val="leftRight"/>
</p:tagLst>
</file>

<file path=ppt/tags/tag180.xml><?xml version="1.0" encoding="utf-8"?>
<p:tagLst xmlns:p="http://schemas.openxmlformats.org/presentationml/2006/main">
  <p:tag name="KSO_WM_SLIDE_BACKGROUND_TYPE" val="leftRight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44_5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703eaf747e3ea6e292956f"/>
  <p:tag name="KSO_WM_UNIT_DEC_AREA_ID" val="1b7c5f7b5b5f40298a3fa537f547a4e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47abd10431754324b7896d4b2aab8a00"/>
  <p:tag name="KSO_WM_SLIDE_BACKGROUND_TYPE" val="topBottom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19b61ea392a44334a487f6297db7260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a8f3143842d4f55b0e0416b411c3eb3"/>
  <p:tag name="KSO_WM_SLIDE_BACKGROUND_TYPE" val="topBottom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83249e4928df429ca31dac307a7baf8c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4b6cc4810964e2dae7008188bc6ec33"/>
  <p:tag name="KSO_WM_SLIDE_BACKGROUND_TYPE" val="topBottom"/>
</p:tagLst>
</file>

<file path=ppt/tags/tag184.xml><?xml version="1.0" encoding="utf-8"?>
<p:tagLst xmlns:p="http://schemas.openxmlformats.org/presentationml/2006/main">
  <p:tag name="KSO_WM_SLIDE_BACKGROUND_TYPE" val="topBottom"/>
</p:tagLst>
</file>

<file path=ppt/tags/tag185.xml><?xml version="1.0" encoding="utf-8"?>
<p:tagLst xmlns:p="http://schemas.openxmlformats.org/presentationml/2006/main">
  <p:tag name="KSO_WM_SLIDE_BACKGROUND_TYPE" val="topBottom"/>
</p:tagLst>
</file>

<file path=ppt/tags/tag186.xml><?xml version="1.0" encoding="utf-8"?>
<p:tagLst xmlns:p="http://schemas.openxmlformats.org/presentationml/2006/main">
  <p:tag name="KSO_WM_SLIDE_BACKGROUND_TYPE" val="topBottom"/>
</p:tagLst>
</file>

<file path=ppt/tags/tag187.xml><?xml version="1.0" encoding="utf-8"?>
<p:tagLst xmlns:p="http://schemas.openxmlformats.org/presentationml/2006/main">
  <p:tag name="KSO_WM_SLIDE_BACKGROUND_TYPE" val="topBottom"/>
</p:tagLst>
</file>

<file path=ppt/tags/tag188.xml><?xml version="1.0" encoding="utf-8"?>
<p:tagLst xmlns:p="http://schemas.openxmlformats.org/presentationml/2006/main">
  <p:tag name="KSO_WM_SLIDE_BACKGROUND_TYPE" val="topBottom"/>
</p:tagLst>
</file>

<file path=ppt/tags/tag189.xml><?xml version="1.0" encoding="utf-8"?>
<p:tagLst xmlns:p="http://schemas.openxmlformats.org/presentationml/2006/main">
  <p:tag name="KSO_WM_SLIDE_BACKGROUND_TYPE" val="topBottom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44_5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703eaf747e3ea6e292956f"/>
  <p:tag name="KSO_WM_UNIT_DEC_AREA_ID" val="f814005cacfe4b72b9ffbc978a04e7f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c8a0adab9ea4493be642527ea508e92"/>
  <p:tag name="KSO_WM_SLIDE_BACKGROUND_TYPE" val="bottomTop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b900ff6ba94744028e0c79720d85a4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37524ba06a94989b7afffe20e520e30"/>
  <p:tag name="KSO_WM_SLIDE_BACKGROUND_TYPE" val="bottomTop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e3365142bc2c4222ae1dad801371386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349533ef45d437cabc3e7e45a2dd568"/>
  <p:tag name="KSO_WM_SLIDE_BACKGROUND_TYPE" val="bottomTop"/>
</p:tagLst>
</file>

<file path=ppt/tags/tag193.xml><?xml version="1.0" encoding="utf-8"?>
<p:tagLst xmlns:p="http://schemas.openxmlformats.org/presentationml/2006/main">
  <p:tag name="KSO_WM_SLIDE_BACKGROUND_TYPE" val="bottomTop"/>
</p:tagLst>
</file>

<file path=ppt/tags/tag194.xml><?xml version="1.0" encoding="utf-8"?>
<p:tagLst xmlns:p="http://schemas.openxmlformats.org/presentationml/2006/main">
  <p:tag name="KSO_WM_SLIDE_BACKGROUND_TYPE" val="bottomTop"/>
</p:tagLst>
</file>

<file path=ppt/tags/tag195.xml><?xml version="1.0" encoding="utf-8"?>
<p:tagLst xmlns:p="http://schemas.openxmlformats.org/presentationml/2006/main">
  <p:tag name="KSO_WM_SLIDE_BACKGROUND_TYPE" val="bottomTop"/>
</p:tagLst>
</file>

<file path=ppt/tags/tag196.xml><?xml version="1.0" encoding="utf-8"?>
<p:tagLst xmlns:p="http://schemas.openxmlformats.org/presentationml/2006/main">
  <p:tag name="KSO_WM_SLIDE_BACKGROUND_TYPE" val="bottomTop"/>
</p:tagLst>
</file>

<file path=ppt/tags/tag197.xml><?xml version="1.0" encoding="utf-8"?>
<p:tagLst xmlns:p="http://schemas.openxmlformats.org/presentationml/2006/main">
  <p:tag name="KSO_WM_SLIDE_BACKGROUND_TYPE" val="bottomTop"/>
</p:tagLst>
</file>

<file path=ppt/tags/tag198.xml><?xml version="1.0" encoding="utf-8"?>
<p:tagLst xmlns:p="http://schemas.openxmlformats.org/presentationml/2006/main">
  <p:tag name="KSO_WM_SLIDE_BACKGROUND_TYPE" val="bottomTop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44_5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703eaf747e3ea6e292956f"/>
  <p:tag name="KSO_WM_UNIT_DEC_AREA_ID" val="f53a9f9604eb43058fd43bb1cab02a3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368f57d59654d78854008a3d30b49c6"/>
  <p:tag name="KSO_WM_SLIDE_BACKGROUND_TYPE" val="navigation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770ab1f974e645ca9a01672e14d0d992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9ead091e09f431a810ea3cd9079883e"/>
  <p:tag name="KSO_WM_SLIDE_BACKGROUND_TYPE" val="navigation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9f2e8a37a3c2457da3e73478f2e0dc1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12dfb658bf946fabe4612426485dfb0"/>
  <p:tag name="KSO_WM_SLIDE_BACKGROUND_TYPE" val="navigation"/>
</p:tagLst>
</file>

<file path=ppt/tags/tag202.xml><?xml version="1.0" encoding="utf-8"?>
<p:tagLst xmlns:p="http://schemas.openxmlformats.org/presentationml/2006/main">
  <p:tag name="KSO_WM_SLIDE_BACKGROUND_TYPE" val="navigation"/>
</p:tagLst>
</file>

<file path=ppt/tags/tag203.xml><?xml version="1.0" encoding="utf-8"?>
<p:tagLst xmlns:p="http://schemas.openxmlformats.org/presentationml/2006/main">
  <p:tag name="KSO_WM_SLIDE_BACKGROUND_TYPE" val="navigation"/>
</p:tagLst>
</file>

<file path=ppt/tags/tag204.xml><?xml version="1.0" encoding="utf-8"?>
<p:tagLst xmlns:p="http://schemas.openxmlformats.org/presentationml/2006/main">
  <p:tag name="KSO_WM_SLIDE_BACKGROUND_TYPE" val="navigation"/>
</p:tagLst>
</file>

<file path=ppt/tags/tag205.xml><?xml version="1.0" encoding="utf-8"?>
<p:tagLst xmlns:p="http://schemas.openxmlformats.org/presentationml/2006/main">
  <p:tag name="KSO_WM_SLIDE_BACKGROUND_TYPE" val="navigation"/>
</p:tagLst>
</file>

<file path=ppt/tags/tag206.xml><?xml version="1.0" encoding="utf-8"?>
<p:tagLst xmlns:p="http://schemas.openxmlformats.org/presentationml/2006/main">
  <p:tag name="KSO_WM_SLIDE_BACKGROUND_TYPE" val="navigation"/>
</p:tagLst>
</file>

<file path=ppt/tags/tag207.xml><?xml version="1.0" encoding="utf-8"?>
<p:tagLst xmlns:p="http://schemas.openxmlformats.org/presentationml/2006/main">
  <p:tag name="KSO_WM_SLIDE_BACKGROUND_TYPE" val="navigation"/>
</p:tagLst>
</file>

<file path=ppt/tags/tag208.xml><?xml version="1.0" encoding="utf-8"?>
<p:tagLst xmlns:p="http://schemas.openxmlformats.org/presentationml/2006/main">
  <p:tag name="KSO_WM_SLIDE_BACKGROUND_TYPE" val="navigation"/>
</p:tagLst>
</file>

<file path=ppt/tags/tag209.xml><?xml version="1.0" encoding="utf-8"?>
<p:tagLst xmlns:p="http://schemas.openxmlformats.org/presentationml/2006/main">
  <p:tag name="KSO_WM_SLIDE_BACKGROUND_TYPE" val="navigation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44_5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703eaf747e3ea6e292956f"/>
  <p:tag name="KSO_WM_UNIT_DEC_AREA_ID" val="e8c23f28a2fd409ba94a396867ee6a8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0cb7b48cf11b4361b5d78aa6c1d2634b"/>
  <p:tag name="KSO_WM_SLIDE_BACKGROUND_TYPE" val="belt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026417b5eadb423092a57eb1319bddb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ffa0963e063418e94a5318ecaedc80e"/>
  <p:tag name="KSO_WM_SLIDE_BACKGROUND_TYPE" val="belt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44_3*i*1"/>
  <p:tag name="KSO_WM_TEMPLATE_CATEGORY" val="chip"/>
  <p:tag name="KSO_WM_TEMPLATE_INDEX" val="20211344"/>
  <p:tag name="KSO_WM_UNIT_LAYERLEVEL" val="1"/>
  <p:tag name="KSO_WM_TAG_VERSION" val="1.0"/>
  <p:tag name="KSO_WM_BEAUTIFY_FLAG" val="#wm#"/>
  <p:tag name="KSO_WM_CHIP_GROUPID" val="5f6dd30b747e3ea6e284b052"/>
  <p:tag name="KSO_WM_CHIP_XID" val="5f6dd30b747e3ea6e284b055"/>
  <p:tag name="KSO_WM_UNIT_DEC_AREA_ID" val="b453c9abfbae4dcc8c9b6a96127fd60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1f9487af582410fa2adb02123802e48"/>
  <p:tag name="KSO_WM_SLIDE_BACKGROUND_TYPE" val="belt"/>
</p:tagLst>
</file>

<file path=ppt/tags/tag213.xml><?xml version="1.0" encoding="utf-8"?>
<p:tagLst xmlns:p="http://schemas.openxmlformats.org/presentationml/2006/main">
  <p:tag name="KSO_WM_SLIDE_BACKGROUND_TYPE" val="belt"/>
</p:tagLst>
</file>

<file path=ppt/tags/tag214.xml><?xml version="1.0" encoding="utf-8"?>
<p:tagLst xmlns:p="http://schemas.openxmlformats.org/presentationml/2006/main">
  <p:tag name="KSO_WM_SLIDE_BACKGROUND_TYPE" val="belt"/>
</p:tagLst>
</file>

<file path=ppt/tags/tag215.xml><?xml version="1.0" encoding="utf-8"?>
<p:tagLst xmlns:p="http://schemas.openxmlformats.org/presentationml/2006/main">
  <p:tag name="KSO_WM_SLIDE_BACKGROUND_TYPE" val="belt"/>
</p:tagLst>
</file>

<file path=ppt/tags/tag216.xml><?xml version="1.0" encoding="utf-8"?>
<p:tagLst xmlns:p="http://schemas.openxmlformats.org/presentationml/2006/main">
  <p:tag name="KSO_WM_SLIDE_BACKGROUND_TYPE" val="belt"/>
</p:tagLst>
</file>

<file path=ppt/tags/tag217.xml><?xml version="1.0" encoding="utf-8"?>
<p:tagLst xmlns:p="http://schemas.openxmlformats.org/presentationml/2006/main">
  <p:tag name="KSO_WM_SLIDE_BACKGROUND_TYPE" val="belt"/>
</p:tagLst>
</file>

<file path=ppt/tags/tag218.xml><?xml version="1.0" encoding="utf-8"?>
<p:tagLst xmlns:p="http://schemas.openxmlformats.org/presentationml/2006/main">
  <p:tag name="KSO_WM_TEMPLATE_CATEGORY" val="custom"/>
  <p:tag name="KSO_WM_TEMPLATE_INDEX" val="20204317"/>
</p:tagLst>
</file>

<file path=ppt/tags/tag219.xml><?xml version="1.0" encoding="utf-8"?>
<p:tagLst xmlns:p="http://schemas.openxmlformats.org/presentationml/2006/main">
  <p:tag name="KSO_WM_TEMPLATE_CATEGORY" val="custom"/>
  <p:tag name="KSO_WM_TEMPLATE_INDEX" val="20204317"/>
</p:tagLst>
</file>

<file path=ppt/tags/tag220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4317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317_1*i*1"/>
  <p:tag name="KSO_WM_TEMPLATE_CATEGORY" val="custom"/>
  <p:tag name="KSO_WM_TEMPLATE_INDEX" val="20204317"/>
  <p:tag name="KSO_WM_UNIT_LAYERLEVEL" val="1"/>
  <p:tag name="KSO_WM_TAG_VERSION" val="1.0"/>
  <p:tag name="KSO_WM_BEAUTIFY_FLAG" val="#wm#"/>
  <p:tag name="KSO_WM_UNIT_BLOCK" val="0"/>
  <p:tag name="KSO_WM_UNIT_SM_LIMIT_TYPE" val="3"/>
  <p:tag name="KSO_WM_UNIT_DEC_AREA_ID" val="e9ffa87ab1414ee68c297a365e4e5195"/>
  <p:tag name="KSO_WM_UNIT_DECORATE_INFO" val="{&quot;DecorateInfoH&quot;:{&quot;IsAbs&quot;:true},&quot;DecorateInfoW&quot;:{&quot;IsAbs&quot;:false},&quot;DecorateInfoX&quot;:{&quot;IsAbs&quot;:true,&quot;Pos&quot;:1},&quot;DecorateInfoY&quot;:{&quot;IsAbs&quot;:true,&quot;Pos&quot;:0},&quot;ReferentInfo&quot;:{&quot;Id&quot;:&quot;6cf57771c94a45469378917d4183dbc1&quot;,&quot;X&quot;:{&quot;Pos&quot;:1},&quot;Y&quot;:{&quot;Pos&quot;:2}},&quot;whChangeMode&quot;:0}"/>
  <p:tag name="KSO_WM_CHIP_GROUPID" val="5f2a1e7645e1f15ec24fe43a"/>
  <p:tag name="KSO_WM_CHIP_XID" val="5f2a1e7645e1f15ec24fe43b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92b4bfc363294ab6a10ad52acbedc00d"/>
  <p:tag name="KSO_WM_UNIT_LINE_FORE_SCHEMECOLOR_INDEX_BRIGHTNESS" val="0.25"/>
  <p:tag name="KSO_WM_UNIT_LINE_FORE_SCHEMECOLOR_INDEX" val="13"/>
  <p:tag name="KSO_WM_UNIT_LINE_FILL_TYPE" val="2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1*a*1"/>
  <p:tag name="KSO_WM_TEMPLATE_CATEGORY" val="custom"/>
  <p:tag name="KSO_WM_TEMPLATE_INDEX" val="20204317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4"/>
  <p:tag name="KSO_WM_UNIT_TYPE" val="a"/>
  <p:tag name="KSO_WM_UNIT_INDEX" val="1"/>
  <p:tag name="KSO_WM_UNIT_ISNUMDGMTITLE" val="0"/>
  <p:tag name="KSO_WM_UNIT_PRESET_TEXT" val="同心逐梦 不断超越"/>
  <p:tag name="KSO_WM_UNIT_BLOCK" val="0"/>
  <p:tag name="KSO_WM_UNIT_DEC_AREA_ID" val="2bc3cbf800cd4d65bcedd9291a31b430"/>
  <p:tag name="KSO_WM_UNIT_DEFAULT_FONT" val="24;60;4"/>
  <p:tag name="KSO_WM_CHIP_GROUPID" val="5f2a1e7645e1f15ec24fe43a"/>
  <p:tag name="KSO_WM_CHIP_XID" val="5f2a1e7645e1f15ec24fe43b"/>
  <p:tag name="KSO_WM_CHIP_FILLAREA_FILL_RULE" val="{&quot;fill_align&quot;:&quot;cm&quot;,&quot;fill_mode&quot;:&quot;adaptive&quot;,&quot;sacle_strategy&quot;:&quot;smart&quot;}"/>
  <p:tag name="KSO_WM_ASSEMBLE_CHIP_INDEX" val="92b4bfc363294ab6a10ad52acbedc00d"/>
  <p:tag name="KSO_WM_UNIT_TEXT_FILL_FORE_SCHEMECOLOR_INDEX_BRIGHTNESS" val="0.15"/>
  <p:tag name="KSO_WM_UNIT_TEXT_FILL_FORE_SCHEMECOLOR_INDEX" val="13"/>
  <p:tag name="KSO_WM_UNIT_TEXT_FILL_TYPE" val="1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1*b*1"/>
  <p:tag name="KSO_WM_TEMPLATE_CATEGORY" val="custom"/>
  <p:tag name="KSO_WM_TEMPLATE_INDEX" val="20204317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9"/>
  <p:tag name="KSO_WM_UNIT_TYPE" val="b"/>
  <p:tag name="KSO_WM_UNIT_INDEX" val="1"/>
  <p:tag name="KSO_WM_UNIT_ISNUMDGMTITLE" val="0"/>
  <p:tag name="KSO_WM_UNIT_PRESET_TEXT" val="此处添加副标题内容"/>
  <p:tag name="KSO_WM_UNIT_BLOCK" val="0"/>
  <p:tag name="KSO_WM_UNIT_DEC_AREA_ID" val="6cf57771c94a45469378917d4183dbc1"/>
  <p:tag name="KSO_WM_UNIT_DEFAULT_FONT" val="18;24;2"/>
  <p:tag name="KSO_WM_CHIP_GROUPID" val="5f2a1e7645e1f15ec24fe43a"/>
  <p:tag name="KSO_WM_CHIP_XID" val="5f2a1e7645e1f15ec24fe43b"/>
  <p:tag name="KSO_WM_CHIP_FILLAREA_FILL_RULE" val="{&quot;fill_align&quot;:&quot;cm&quot;,&quot;fill_mode&quot;:&quot;adaptive&quot;,&quot;sacle_strategy&quot;:&quot;smart&quot;}"/>
  <p:tag name="KSO_WM_ASSEMBLE_CHIP_INDEX" val="92b4bfc363294ab6a10ad52acbedc00d"/>
  <p:tag name="KSO_WM_UNIT_TEXT_FILL_FORE_SCHEMECOLOR_INDEX_BRIGHTNESS" val="0.35"/>
  <p:tag name="KSO_WM_UNIT_TEXT_FILL_FORE_SCHEMECOLOR_INDEX" val="13"/>
  <p:tag name="KSO_WM_UNIT_TEXT_FILL_TYPE" val="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317_47*i*1"/>
  <p:tag name="KSO_WM_TEMPLATE_CATEGORY" val="custom"/>
  <p:tag name="KSO_WM_TEMPLATE_INDEX" val="2020431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474318a2e30341afb59f85103aaceaab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58683bc84654d2c8301479426dbac22&quot;,&quot;X&quot;:{&quot;Pos&quot;:1},&quot;Y&quot;:{&quot;Pos&quot;:1}},&quot;whChangeMode&quot;:0}"/>
  <p:tag name="KSO_WM_CHIP_GROUPID" val="5ebe37500ac41c4a0a5255bb"/>
  <p:tag name="KSO_WM_CHIP_XID" val="5ebe37500ac41c4a0a5255bc"/>
  <p:tag name="KSO_WM_CHIP_FILLAREA_FILL_RULE" val="{&quot;fill_align&quot;:&quot;cm&quot;,&quot;fill_mode&quot;:&quot;adaptive&quot;,&quot;sacle_strategy&quot;:&quot;smart&quot;}"/>
  <p:tag name="KSO_WM_ASSEMBLE_CHIP_INDEX" val="2505b76eb7c249698c44966e70be30de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63"/>
</p:tagLst>
</file>

<file path=ppt/tags/tag2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317_47*b*1"/>
  <p:tag name="KSO_WM_TEMPLATE_CATEGORY" val="custom"/>
  <p:tag name="KSO_WM_TEMPLATE_INDEX" val="20204317"/>
  <p:tag name="KSO_WM_UNIT_LAYERLEVEL" val="1"/>
  <p:tag name="KSO_WM_TAG_VERSION" val="1.0"/>
  <p:tag name="KSO_WM_BEAUTIFY_FLAG" val="#wm#"/>
  <p:tag name="KSO_WM_UNIT_PRESET_TEXT" val="单击此处添加副标题内容"/>
  <p:tag name="KSO_WM_UNIT_DEFAULT_FONT" val="18;24;2"/>
  <p:tag name="KSO_WM_UNIT_BLOCK" val="0"/>
  <p:tag name="KSO_WM_UNIT_DEC_AREA_ID" val="558683bc84654d2c8301479426dbac22"/>
  <p:tag name="KSO_WM_CHIP_GROUPID" val="5ebe37500ac41c4a0a5255bb"/>
  <p:tag name="KSO_WM_CHIP_XID" val="5ebe37500ac41c4a0a5255bc"/>
  <p:tag name="KSO_WM_CHIP_FILLAREA_FILL_RULE" val="{&quot;fill_align&quot;:&quot;cm&quot;,&quot;fill_mode&quot;:&quot;adaptive&quot;,&quot;sacle_strategy&quot;:&quot;smart&quot;}"/>
  <p:tag name="KSO_WM_ASSEMBLE_CHIP_INDEX" val="2505b76eb7c249698c44966e70be30de"/>
  <p:tag name="KSO_WM_UNIT_TEXT_FILL_FORE_SCHEMECOLOR_INDEX_BRIGHTNESS" val="0.35"/>
  <p:tag name="KSO_WM_UNIT_TEXT_FILL_FORE_SCHEMECOLOR_INDEX" val="13"/>
  <p:tag name="KSO_WM_UNIT_TEXT_FILL_TYPE" val="1"/>
</p:tagLst>
</file>

<file path=ppt/tags/tag226.xml><?xml version="1.0" encoding="utf-8"?>
<p:tagLst xmlns:p="http://schemas.openxmlformats.org/presentationml/2006/main">
  <p:tag name="KSO_WM_CHIP_INFOS" val="{&quot;layout_type&quot;:&quot;forleft&quot;,&quot;slide_type&quot;:[&quot;title&quot;],&quot;aspect_ratio&quot;:&quot;16:9&quot;}"/>
  <p:tag name="KSO_WM_CHIP_XID" val="5ebe041a0ac41c4a0a52557b"/>
  <p:tag name="KSO_WM_CHIP_FILLPROP" val="[[{&quot;fill_id&quot;:&quot;d4089bcb58db42069348158c66880bc0&quot;,&quot;fill_align&quot;:&quot;cm&quot;,&quot;text_align&quot;:&quot;lm&quot;,&quot;text_direction&quot;:&quot;horizontal&quot;,&quot;chip_types&quot;:[&quot;text&quot;,&quot;header&quot;]}]]"/>
  <p:tag name="KSO_WM_SLIDE_ID" val="custom20204317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SLIDE_SIZE" val="380*460"/>
  <p:tag name="KSO_WM_SLIDE_POSITION" val="60*39"/>
  <p:tag name="KSO_WM_TAG_VERSION" val="1.0"/>
  <p:tag name="KSO_WM_BEAUTIFY_FLAG" val="#wm#"/>
  <p:tag name="KSO_WM_TEMPLATE_CATEGORY" val="custom"/>
  <p:tag name="KSO_WM_TEMPLATE_INDEX" val="20204317"/>
  <p:tag name="KSO_WM_SLIDE_LAYOUT" val="a_b"/>
  <p:tag name="KSO_WM_SLIDE_LAYOUT_CNT" val="1_1"/>
  <p:tag name="KSO_WM_CHIP_GROUPID" val="5ebf6661ddc3daf3fef3f760"/>
  <p:tag name="KSO_WM_SLIDE_LAYOUT_INFO" val="{&quot;id&quot;:&quot;2020-09-27T21:39:46&quot;,&quot;maxSize&quot;:{&quot;size1&quot;:62.853868046513313},&quot;minSize&quot;:{&quot;size1&quot;:51.453868046513321},&quot;normalSize&quot;:{&quot;size1&quot;:58.553868046513315},&quot;subLayout&quot;:[{&quot;id&quot;:&quot;2020-09-27T21:39:46&quot;,&quot;margin&quot;:{&quot;bottom&quot;:0.20331703126430511,&quot;left&quot;:2.1167361736297607,&quot;right&quot;:18.344375610351562,&quot;top&quot;:5.8215866088867188},&quot;type&quot;:0},{&quot;id&quot;:&quot;2020-09-27T21:39:46&quot;,&quot;margin&quot;:{&quot;bottom&quot;:5.8215732574462891,&quot;left&quot;:2.1167361736297607,&quot;right&quot;:18.344375610351562,&quot;top&quot;:0.27844130992889404},&quot;type&quot;:0}],&quot;type&quot;:0}"/>
  <p:tag name="KSO_WM_SLIDE_BK_DARK_LIGHT" val="2"/>
  <p:tag name="KSO_WM_SLIDE_BACKGROUND_TYPE" val="general"/>
  <p:tag name="KSO_WM_SLIDE_SUPPORT_FEATURE_TYPE" val="0"/>
  <p:tag name="KSO_WM_TEMPLATE_MASTER_THUMB_INDEX" val="13"/>
  <p:tag name="KSO_WM_TEMPLATE_ASSEMBLE_XID" val="5f7096040ff15d9a40ec0e27"/>
  <p:tag name="KSO_WM_TEMPLATE_ASSEMBLE_GROUPID" val="5f7096040ff15d9a40ec0e27"/>
  <p:tag name="KSO_WM_TEMPLATE_THUMBS_INDEX" val="1、2、3、4、7、47"/>
  <p:tag name="KSO_WM_SPECIAL_SOURCE" val="bdnull"/>
</p:tagLst>
</file>

<file path=ppt/tags/tag227.xml><?xml version="1.0" encoding="utf-8"?>
<p:tagLst xmlns:p="http://schemas.openxmlformats.org/presentationml/2006/main">
  <p:tag name="KSO_WM_UNIT_COLOR_SCHEME_SHAPE_ID" val="20"/>
  <p:tag name="KSO_WM_UNIT_COLOR_SCHEME_PARENT_PAGE" val="0_4"/>
  <p:tag name="KSO_WM_UNIT_ISCONTENTSTITLE" val="1"/>
  <p:tag name="KSO_WM_UNIT_PRESET_TEXT" val="目录/CONTENTS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317_4*a*1"/>
  <p:tag name="KSO_WM_TEMPLATE_CATEGORY" val="custom"/>
  <p:tag name="KSO_WM_TEMPLATE_INDEX" val="20204317"/>
  <p:tag name="KSO_WM_UNIT_LAYERLEVEL" val="1"/>
  <p:tag name="KSO_WM_TAG_VERSION" val="1.0"/>
  <p:tag name="KSO_WM_BEAUTIFY_FLAG" val="#wm#"/>
  <p:tag name="KSO_WM_UNIT_ISNUMDGMTITLE" val="0"/>
  <p:tag name="KSO_WM_CHIP_GROUPID" val="5ec7aebb8193540dcf6eab75"/>
  <p:tag name="KSO_WM_CHIP_XID" val="5ec7aebb8193540dcf6eab76"/>
  <p:tag name="KSO_WM_UNIT_DEC_AREA_ID" val="14ade0edbb4f48fc99637644851f83e0"/>
  <p:tag name="KSO_WM_UNIT_DECORATE_INFO" val=""/>
  <p:tag name="KSO_WM_UNIT_SM_LIMIT_TYPE" val=""/>
  <p:tag name="KSO_WM_CHIP_FILLAREA_FILL_RULE" val="{&quot;fill_align&quot;:&quot;cm&quot;,&quot;fill_mode&quot;:&quot;adaptive&quot;,&quot;sacle_strategy&quot;:&quot;smart&quot;}"/>
  <p:tag name="KSO_WM_ASSEMBLE_CHIP_INDEX" val="6e786b3f7b1b4e8da043e41555be812e"/>
  <p:tag name="KSO_WM_UNIT_TEXT_FILL_FORE_SCHEMECOLOR_INDEX_BRIGHTNESS" val="0"/>
  <p:tag name="KSO_WM_UNIT_TEXT_FILL_FORE_SCHEMECOLOR_INDEX" val="5"/>
  <p:tag name="KSO_WM_UNIT_TEXT_FILL_TYPE" val="1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4*l_i*1_1"/>
  <p:tag name="KSO_WM_TEMPLATE_CATEGORY" val="custom"/>
  <p:tag name="KSO_WM_TEMPLATE_INDEX" val="20204317"/>
  <p:tag name="KSO_WM_UNIT_LAYERLEVEL" val="1_1"/>
  <p:tag name="KSO_WM_TAG_VERSION" val="1.0"/>
  <p:tag name="KSO_WM_BEAUTIFY_FLAG" val="#wm#"/>
  <p:tag name="KSO_WM_DIAGRAM_GROUP_CODE" val="l1-1"/>
  <p:tag name="KSO_WM_UNIT_TYPE" val="l_i"/>
  <p:tag name="KSO_WM_UNIT_INDEX" val="1_1"/>
  <p:tag name="KSO_WM_CHIP_GROUPID" val="5f7087080ff15d9a40ebdc94"/>
  <p:tag name="KSO_WM_CHIP_XID" val="5f7087080ff15d9a40ebdc97"/>
  <p:tag name="KSO_WM_UNIT_DEC_AREA_ID" val="90a1ef694daa4f97a7cdec144a4a9266"/>
  <p:tag name="KSO_WM_UNIT_DECORATE_INFO" val=""/>
  <p:tag name="KSO_WM_UNIT_SM_LIMIT_TYPE" val=""/>
  <p:tag name="KSO_WM_CHIP_FILLAREA_FILL_RULE" val="{&quot;fill_align&quot;:&quot;cm&quot;,&quot;fill_mode&quot;:&quot;adaptive&quot;,&quot;sacle_strategy&quot;:&quot;stretch&quot;}"/>
  <p:tag name="KSO_WM_ASSEMBLE_CHIP_INDEX" val="d1cd271d3ea24fb7881fb764cf5169b9"/>
  <p:tag name="KSO_WM_UNIT_LINE_FORE_SCHEMECOLOR_INDEX_BRIGHTNESS" val="0"/>
  <p:tag name="KSO_WM_UNIT_LINE_FORE_SCHEMECOLOR_INDEX" val="5"/>
  <p:tag name="KSO_WM_UNIT_LINE_FILL_TYPE" val="2"/>
  <p:tag name="KSO_WM_UNIT_USESOURCEFORMAT_APPLY" val="1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4*l_h_i*1_1_1"/>
  <p:tag name="KSO_WM_TEMPLATE_CATEGORY" val="custom"/>
  <p:tag name="KSO_WM_TEMPLATE_INDEX" val="20204317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1_1"/>
  <p:tag name="KSO_WM_CHIP_GROUPID" val="5f7087080ff15d9a40ebdc94"/>
  <p:tag name="KSO_WM_CHIP_XID" val="5f7087080ff15d9a40ebdc97"/>
  <p:tag name="KSO_WM_UNIT_DEC_AREA_ID" val="584dbfaf013f41dcb0bc4ec0c7419760"/>
  <p:tag name="KSO_WM_UNIT_DECORATE_INFO" val=""/>
  <p:tag name="KSO_WM_UNIT_SM_LIMIT_TYPE" val=""/>
  <p:tag name="KSO_WM_CHIP_FILLAREA_FILL_RULE" val="{&quot;fill_align&quot;:&quot;cm&quot;,&quot;fill_mode&quot;:&quot;adaptive&quot;,&quot;sacle_strategy&quot;:&quot;stretch&quot;}"/>
  <p:tag name="KSO_WM_ASSEMBLE_CHIP_INDEX" val="d1cd271d3ea24fb7881fb764cf5169b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4"/>
  <p:tag name="KSO_WM_UNIT_USESOURCEFORMAT_APPLY" val="1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4*l_h_i*1_2_1"/>
  <p:tag name="KSO_WM_TEMPLATE_CATEGORY" val="custom"/>
  <p:tag name="KSO_WM_TEMPLATE_INDEX" val="20204317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2_1"/>
  <p:tag name="KSO_WM_CHIP_GROUPID" val="5f7087080ff15d9a40ebdc94"/>
  <p:tag name="KSO_WM_CHIP_XID" val="5f7087080ff15d9a40ebdc97"/>
  <p:tag name="KSO_WM_UNIT_DEC_AREA_ID" val="e3321b8c1bab470fa380e55992b1584e"/>
  <p:tag name="KSO_WM_UNIT_DECORATE_INFO" val=""/>
  <p:tag name="KSO_WM_UNIT_SM_LIMIT_TYPE" val=""/>
  <p:tag name="KSO_WM_CHIP_FILLAREA_FILL_RULE" val="{&quot;fill_align&quot;:&quot;cm&quot;,&quot;fill_mode&quot;:&quot;adaptive&quot;,&quot;sacle_strategy&quot;:&quot;stretch&quot;}"/>
  <p:tag name="KSO_WM_ASSEMBLE_CHIP_INDEX" val="d1cd271d3ea24fb7881fb764cf5169b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4"/>
  <p:tag name="KSO_WM_UNIT_USESOURCEFORMAT_APPLY" val="1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4*l_h_i*1_3_1"/>
  <p:tag name="KSO_WM_TEMPLATE_CATEGORY" val="custom"/>
  <p:tag name="KSO_WM_TEMPLATE_INDEX" val="20204317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3_1"/>
  <p:tag name="KSO_WM_CHIP_GROUPID" val="5f7087080ff15d9a40ebdc94"/>
  <p:tag name="KSO_WM_CHIP_XID" val="5f7087080ff15d9a40ebdc97"/>
  <p:tag name="KSO_WM_UNIT_DEC_AREA_ID" val="a7a86491046f435d90e7c1ff8ea9cca1"/>
  <p:tag name="KSO_WM_UNIT_DECORATE_INFO" val=""/>
  <p:tag name="KSO_WM_UNIT_SM_LIMIT_TYPE" val=""/>
  <p:tag name="KSO_WM_CHIP_FILLAREA_FILL_RULE" val="{&quot;fill_align&quot;:&quot;cm&quot;,&quot;fill_mode&quot;:&quot;adaptive&quot;,&quot;sacle_strategy&quot;:&quot;stretch&quot;}"/>
  <p:tag name="KSO_WM_ASSEMBLE_CHIP_INDEX" val="d1cd271d3ea24fb7881fb764cf5169b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4"/>
  <p:tag name="KSO_WM_UNIT_USESOURCEFORMAT_APPLY" val="1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4*l_h_i*1_4_1"/>
  <p:tag name="KSO_WM_TEMPLATE_CATEGORY" val="custom"/>
  <p:tag name="KSO_WM_TEMPLATE_INDEX" val="20204317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4_1"/>
  <p:tag name="KSO_WM_CHIP_GROUPID" val="5f7087080ff15d9a40ebdc94"/>
  <p:tag name="KSO_WM_CHIP_XID" val="5f7087080ff15d9a40ebdc97"/>
  <p:tag name="KSO_WM_UNIT_DEC_AREA_ID" val="fdac8c471fac4373a91b037c2fce91a3"/>
  <p:tag name="KSO_WM_UNIT_DECORATE_INFO" val=""/>
  <p:tag name="KSO_WM_UNIT_SM_LIMIT_TYPE" val=""/>
  <p:tag name="KSO_WM_CHIP_FILLAREA_FILL_RULE" val="{&quot;fill_align&quot;:&quot;cm&quot;,&quot;fill_mode&quot;:&quot;adaptive&quot;,&quot;sacle_strategy&quot;:&quot;stretch&quot;}"/>
  <p:tag name="KSO_WM_ASSEMBLE_CHIP_INDEX" val="d1cd271d3ea24fb7881fb764cf5169b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4"/>
  <p:tag name="KSO_WM_UNIT_USESOURCEFORMAT_APPLY" val="1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4*l_h_i*1_1_2"/>
  <p:tag name="KSO_WM_TEMPLATE_CATEGORY" val="custom"/>
  <p:tag name="KSO_WM_TEMPLATE_INDEX" val="20204317"/>
  <p:tag name="KSO_WM_UNIT_LAYERLEVEL" val="1_1_1"/>
  <p:tag name="KSO_WM_TAG_VERSION" val="1.0"/>
  <p:tag name="KSO_WM_BEAUTIFY_FLAG" val="#wm#"/>
  <p:tag name="KSO_WM_DIAGRAM_GROUP_CODE" val="l1-1"/>
  <p:tag name="KSO_WM_UNIT_SUBTYPE" val="d"/>
  <p:tag name="KSO_WM_UNIT_TYPE" val="l_h_i"/>
  <p:tag name="KSO_WM_UNIT_INDEX" val="1_1_2"/>
  <p:tag name="KSO_WM_CHIP_GROUPID" val="5f7087080ff15d9a40ebdc94"/>
  <p:tag name="KSO_WM_CHIP_XID" val="5f7087080ff15d9a40ebdc97"/>
  <p:tag name="KSO_WM_UNIT_DEC_AREA_ID" val="dd5e75d363194e0796eaaf78a81195b0"/>
  <p:tag name="KSO_WM_UNIT_DECORATE_INFO" val=""/>
  <p:tag name="KSO_WM_UNIT_SM_LIMIT_TYPE" val=""/>
  <p:tag name="KSO_WM_CHIP_FILLAREA_FILL_RULE" val="{&quot;fill_align&quot;:&quot;cm&quot;,&quot;fill_mode&quot;:&quot;adaptive&quot;,&quot;sacle_strategy&quot;:&quot;stretch&quot;}"/>
  <p:tag name="KSO_WM_ASSEMBLE_CHIP_INDEX" val="d1cd271d3ea24fb7881fb764cf5169b9"/>
  <p:tag name="KSO_WM_UNIT_TEXT_FILL_FORE_SCHEMECOLOR_INDEX_BRIGHTNESS" val="0"/>
  <p:tag name="KSO_WM_UNIT_TEXT_FILL_FORE_SCHEMECOLOR_INDEX" val="14"/>
  <p:tag name="KSO_WM_UNIT_TEXT_FILL_TYPE" val="1"/>
  <p:tag name="KSO_WM_UNIT_VALUE" val="1"/>
  <p:tag name="KSO_WM_UNIT_USESOURCEFORMAT_APPLY" val="1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4*l_h_i*1_2_2"/>
  <p:tag name="KSO_WM_TEMPLATE_CATEGORY" val="custom"/>
  <p:tag name="KSO_WM_TEMPLATE_INDEX" val="20204317"/>
  <p:tag name="KSO_WM_UNIT_LAYERLEVEL" val="1_1_1"/>
  <p:tag name="KSO_WM_TAG_VERSION" val="1.0"/>
  <p:tag name="KSO_WM_BEAUTIFY_FLAG" val="#wm#"/>
  <p:tag name="KSO_WM_DIAGRAM_GROUP_CODE" val="l1-1"/>
  <p:tag name="KSO_WM_UNIT_SUBTYPE" val="d"/>
  <p:tag name="KSO_WM_UNIT_TYPE" val="l_h_i"/>
  <p:tag name="KSO_WM_UNIT_INDEX" val="1_2_2"/>
  <p:tag name="KSO_WM_CHIP_GROUPID" val="5f7087080ff15d9a40ebdc94"/>
  <p:tag name="KSO_WM_CHIP_XID" val="5f7087080ff15d9a40ebdc97"/>
  <p:tag name="KSO_WM_UNIT_DEC_AREA_ID" val="d423adcfa5044a71975c8d5b13defe25"/>
  <p:tag name="KSO_WM_UNIT_DECORATE_INFO" val=""/>
  <p:tag name="KSO_WM_UNIT_SM_LIMIT_TYPE" val=""/>
  <p:tag name="KSO_WM_CHIP_FILLAREA_FILL_RULE" val="{&quot;fill_align&quot;:&quot;cm&quot;,&quot;fill_mode&quot;:&quot;adaptive&quot;,&quot;sacle_strategy&quot;:&quot;stretch&quot;}"/>
  <p:tag name="KSO_WM_ASSEMBLE_CHIP_INDEX" val="d1cd271d3ea24fb7881fb764cf5169b9"/>
  <p:tag name="KSO_WM_UNIT_TEXT_FILL_FORE_SCHEMECOLOR_INDEX_BRIGHTNESS" val="0"/>
  <p:tag name="KSO_WM_UNIT_TEXT_FILL_FORE_SCHEMECOLOR_INDEX" val="14"/>
  <p:tag name="KSO_WM_UNIT_TEXT_FILL_TYPE" val="1"/>
  <p:tag name="KSO_WM_UNIT_VALUE" val="1"/>
  <p:tag name="KSO_WM_UNIT_USESOURCEFORMAT_APPLY" val="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4*l_h_i*1_3_2"/>
  <p:tag name="KSO_WM_TEMPLATE_CATEGORY" val="custom"/>
  <p:tag name="KSO_WM_TEMPLATE_INDEX" val="20204317"/>
  <p:tag name="KSO_WM_UNIT_LAYERLEVEL" val="1_1_1"/>
  <p:tag name="KSO_WM_TAG_VERSION" val="1.0"/>
  <p:tag name="KSO_WM_BEAUTIFY_FLAG" val="#wm#"/>
  <p:tag name="KSO_WM_DIAGRAM_GROUP_CODE" val="l1-1"/>
  <p:tag name="KSO_WM_UNIT_SUBTYPE" val="d"/>
  <p:tag name="KSO_WM_UNIT_TYPE" val="l_h_i"/>
  <p:tag name="KSO_WM_UNIT_INDEX" val="1_3_2"/>
  <p:tag name="KSO_WM_CHIP_GROUPID" val="5f7087080ff15d9a40ebdc94"/>
  <p:tag name="KSO_WM_CHIP_XID" val="5f7087080ff15d9a40ebdc97"/>
  <p:tag name="KSO_WM_UNIT_DEC_AREA_ID" val="fee4e5a253ca42c396b7cbb63315fb21"/>
  <p:tag name="KSO_WM_UNIT_DECORATE_INFO" val=""/>
  <p:tag name="KSO_WM_UNIT_SM_LIMIT_TYPE" val=""/>
  <p:tag name="KSO_WM_CHIP_FILLAREA_FILL_RULE" val="{&quot;fill_align&quot;:&quot;cm&quot;,&quot;fill_mode&quot;:&quot;adaptive&quot;,&quot;sacle_strategy&quot;:&quot;stretch&quot;}"/>
  <p:tag name="KSO_WM_ASSEMBLE_CHIP_INDEX" val="d1cd271d3ea24fb7881fb764cf5169b9"/>
  <p:tag name="KSO_WM_UNIT_TEXT_FILL_FORE_SCHEMECOLOR_INDEX_BRIGHTNESS" val="0"/>
  <p:tag name="KSO_WM_UNIT_TEXT_FILL_FORE_SCHEMECOLOR_INDEX" val="14"/>
  <p:tag name="KSO_WM_UNIT_TEXT_FILL_TYPE" val="1"/>
  <p:tag name="KSO_WM_UNIT_VALUE" val="1"/>
  <p:tag name="KSO_WM_UNIT_USESOURCEFORMAT_APPLY" val="1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4*l_h_i*1_4_2"/>
  <p:tag name="KSO_WM_TEMPLATE_CATEGORY" val="custom"/>
  <p:tag name="KSO_WM_TEMPLATE_INDEX" val="20204317"/>
  <p:tag name="KSO_WM_UNIT_LAYERLEVEL" val="1_1_1"/>
  <p:tag name="KSO_WM_TAG_VERSION" val="1.0"/>
  <p:tag name="KSO_WM_BEAUTIFY_FLAG" val="#wm#"/>
  <p:tag name="KSO_WM_DIAGRAM_GROUP_CODE" val="l1-1"/>
  <p:tag name="KSO_WM_UNIT_SUBTYPE" val="d"/>
  <p:tag name="KSO_WM_UNIT_TYPE" val="l_h_i"/>
  <p:tag name="KSO_WM_UNIT_INDEX" val="1_4_2"/>
  <p:tag name="KSO_WM_CHIP_GROUPID" val="5f7087080ff15d9a40ebdc94"/>
  <p:tag name="KSO_WM_CHIP_XID" val="5f7087080ff15d9a40ebdc97"/>
  <p:tag name="KSO_WM_UNIT_DEC_AREA_ID" val="959c9abbd0334b1f99e30332e9198e36"/>
  <p:tag name="KSO_WM_UNIT_DECORATE_INFO" val=""/>
  <p:tag name="KSO_WM_UNIT_SM_LIMIT_TYPE" val=""/>
  <p:tag name="KSO_WM_CHIP_FILLAREA_FILL_RULE" val="{&quot;fill_align&quot;:&quot;cm&quot;,&quot;fill_mode&quot;:&quot;adaptive&quot;,&quot;sacle_strategy&quot;:&quot;stretch&quot;}"/>
  <p:tag name="KSO_WM_ASSEMBLE_CHIP_INDEX" val="d1cd271d3ea24fb7881fb764cf5169b9"/>
  <p:tag name="KSO_WM_UNIT_TEXT_FILL_FORE_SCHEMECOLOR_INDEX_BRIGHTNESS" val="0"/>
  <p:tag name="KSO_WM_UNIT_TEXT_FILL_FORE_SCHEMECOLOR_INDEX" val="14"/>
  <p:tag name="KSO_WM_UNIT_TEXT_FILL_TYPE" val="1"/>
  <p:tag name="KSO_WM_UNIT_VALUE" val="1"/>
  <p:tag name="KSO_WM_UNIT_USESOURCEFORMAT_APPLY" val="1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4*l_h_f*1_1_1"/>
  <p:tag name="KSO_WM_TEMPLATE_CATEGORY" val="custom"/>
  <p:tag name="KSO_WM_TEMPLATE_INDEX" val="20204317"/>
  <p:tag name="KSO_WM_UNIT_LAYERLEVEL" val="1_1_1"/>
  <p:tag name="KSO_WM_TAG_VERSION" val="1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1_1"/>
  <p:tag name="KSO_WM_UNIT_PRESET_TEXT" val="在此输入你想要阐述的观点。"/>
  <p:tag name="KSO_WM_UNIT_VALUE" val="16"/>
  <p:tag name="KSO_WM_CHIP_GROUPID" val="5f7087080ff15d9a40ebdc94"/>
  <p:tag name="KSO_WM_CHIP_XID" val="5f7087080ff15d9a40ebdc97"/>
  <p:tag name="KSO_WM_UNIT_DEC_AREA_ID" val="6a2ac8ff85314e8080a1feeb58ae14da"/>
  <p:tag name="KSO_WM_UNIT_DECORATE_INFO" val=""/>
  <p:tag name="KSO_WM_UNIT_SM_LIMIT_TYPE" val=""/>
  <p:tag name="KSO_WM_CHIP_FILLAREA_FILL_RULE" val="{&quot;fill_align&quot;:&quot;cm&quot;,&quot;fill_mode&quot;:&quot;adaptive&quot;,&quot;sacle_strategy&quot;:&quot;stretch&quot;}"/>
  <p:tag name="KSO_WM_ASSEMBLE_CHIP_INDEX" val="d1cd271d3ea24fb7881fb764cf5169b9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4*l_h_f*1_2_1"/>
  <p:tag name="KSO_WM_TEMPLATE_CATEGORY" val="custom"/>
  <p:tag name="KSO_WM_TEMPLATE_INDEX" val="20204317"/>
  <p:tag name="KSO_WM_UNIT_LAYERLEVEL" val="1_1_1"/>
  <p:tag name="KSO_WM_TAG_VERSION" val="1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2_1"/>
  <p:tag name="KSO_WM_UNIT_PRESET_TEXT" val="在此输入你想要阐述的观点。"/>
  <p:tag name="KSO_WM_UNIT_VALUE" val="16"/>
  <p:tag name="KSO_WM_CHIP_GROUPID" val="5f7087080ff15d9a40ebdc94"/>
  <p:tag name="KSO_WM_CHIP_XID" val="5f7087080ff15d9a40ebdc97"/>
  <p:tag name="KSO_WM_UNIT_DEC_AREA_ID" val="b1bd6fec93084d53b8ea2391088fb5a6"/>
  <p:tag name="KSO_WM_UNIT_DECORATE_INFO" val=""/>
  <p:tag name="KSO_WM_UNIT_SM_LIMIT_TYPE" val=""/>
  <p:tag name="KSO_WM_CHIP_FILLAREA_FILL_RULE" val="{&quot;fill_align&quot;:&quot;cm&quot;,&quot;fill_mode&quot;:&quot;adaptive&quot;,&quot;sacle_strategy&quot;:&quot;stretch&quot;}"/>
  <p:tag name="KSO_WM_ASSEMBLE_CHIP_INDEX" val="d1cd271d3ea24fb7881fb764cf5169b9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4*l_h_f*1_3_1"/>
  <p:tag name="KSO_WM_TEMPLATE_CATEGORY" val="custom"/>
  <p:tag name="KSO_WM_TEMPLATE_INDEX" val="20204317"/>
  <p:tag name="KSO_WM_UNIT_LAYERLEVEL" val="1_1_1"/>
  <p:tag name="KSO_WM_TAG_VERSION" val="1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3_1"/>
  <p:tag name="KSO_WM_UNIT_PRESET_TEXT" val="在此输入你想要阐述的观点。"/>
  <p:tag name="KSO_WM_UNIT_VALUE" val="16"/>
  <p:tag name="KSO_WM_CHIP_GROUPID" val="5f7087080ff15d9a40ebdc94"/>
  <p:tag name="KSO_WM_CHIP_XID" val="5f7087080ff15d9a40ebdc97"/>
  <p:tag name="KSO_WM_UNIT_DEC_AREA_ID" val="aaf676272af94c34877ba83b282ca46a"/>
  <p:tag name="KSO_WM_UNIT_DECORATE_INFO" val=""/>
  <p:tag name="KSO_WM_UNIT_SM_LIMIT_TYPE" val=""/>
  <p:tag name="KSO_WM_CHIP_FILLAREA_FILL_RULE" val="{&quot;fill_align&quot;:&quot;cm&quot;,&quot;fill_mode&quot;:&quot;adaptive&quot;,&quot;sacle_strategy&quot;:&quot;stretch&quot;}"/>
  <p:tag name="KSO_WM_ASSEMBLE_CHIP_INDEX" val="d1cd271d3ea24fb7881fb764cf5169b9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317_4*l_h_f*1_4_1"/>
  <p:tag name="KSO_WM_TEMPLATE_CATEGORY" val="custom"/>
  <p:tag name="KSO_WM_TEMPLATE_INDEX" val="20204317"/>
  <p:tag name="KSO_WM_UNIT_LAYERLEVEL" val="1_1_1"/>
  <p:tag name="KSO_WM_TAG_VERSION" val="1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4_1"/>
  <p:tag name="KSO_WM_UNIT_PRESET_TEXT" val="在此输入你想要阐述的观点。"/>
  <p:tag name="KSO_WM_UNIT_VALUE" val="16"/>
  <p:tag name="KSO_WM_CHIP_GROUPID" val="5f7087080ff15d9a40ebdc94"/>
  <p:tag name="KSO_WM_CHIP_XID" val="5f7087080ff15d9a40ebdc97"/>
  <p:tag name="KSO_WM_UNIT_DEC_AREA_ID" val="99568166723b4304b3d508d58c10b932"/>
  <p:tag name="KSO_WM_UNIT_DECORATE_INFO" val=""/>
  <p:tag name="KSO_WM_UNIT_SM_LIMIT_TYPE" val=""/>
  <p:tag name="KSO_WM_CHIP_FILLAREA_FILL_RULE" val="{&quot;fill_align&quot;:&quot;cm&quot;,&quot;fill_mode&quot;:&quot;adaptive&quot;,&quot;sacle_strategy&quot;:&quot;stretch&quot;}"/>
  <p:tag name="KSO_WM_ASSEMBLE_CHIP_INDEX" val="d1cd271d3ea24fb7881fb764cf5169b9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241.xml><?xml version="1.0" encoding="utf-8"?>
<p:tagLst xmlns:p="http://schemas.openxmlformats.org/presentationml/2006/main">
  <p:tag name="KSO_WM_CHIP_INFOS" val="{&quot;layout_type&quot;:&quot;forright1&quot;,&quot;slide_type&quot;:[&quot;contents&quot;],&quot;aspect_ratio&quot;:&quot;16:9&quot;}"/>
  <p:tag name="KSO_WM_CHIP_XID" val="5ebe041a0ac41c4a0a525582"/>
  <p:tag name="KSO_WM_CHIP_FILLPROP" val="[[{&quot;fill_id&quot;:&quot;dfc69a30630540528897bf74acf33a16&quot;,&quot;fill_align&quot;:&quot;lm&quot;,&quot;text_align&quot;:&quot;lm&quot;,&quot;text_direction&quot;:&quot;horizontal&quot;,&quot;chip_types&quot;:[&quot;catalogtitle&quot;]},{&quot;fill_id&quot;:&quot;3c5c495c658f4ea6902c5ae822423cea&quot;,&quot;fill_align&quot;:&quot;lm&quot;,&quot;text_align&quot;:&quot;lm&quot;,&quot;text_direction&quot;:&quot;horizontal&quot;,&quot;chip_types&quot;:[&quot;diagram&quot;]}],[{&quot;fill_id&quot;:&quot;dfc69a30630540528897bf74acf33a16&quot;,&quot;fill_align&quot;:&quot;cm&quot;,&quot;text_align&quot;:&quot;cm&quot;,&quot;text_direction&quot;:&quot;horizontal&quot;,&quot;chip_types&quot;:[&quot;catalogtitle&quot;]},{&quot;fill_id&quot;:&quot;3c5c495c658f4ea6902c5ae822423cea&quot;,&quot;fill_align&quot;:&quot;lm&quot;,&quot;text_align&quot;:&quot;lm&quot;,&quot;text_direction&quot;:&quot;horizontal&quot;,&quot;chip_types&quot;:[&quot;diagram&quot;]}],[{&quot;fill_id&quot;:&quot;dfc69a30630540528897bf74acf33a16&quot;,&quot;fill_align&quot;:&quot;cm&quot;,&quot;text_align&quot;:&quot;cm&quot;,&quot;text_direction&quot;:&quot;horizontal&quot;,&quot;chip_types&quot;:[&quot;catalogtitle&quot;]},{&quot;fill_id&quot;:&quot;3c5c495c658f4ea6902c5ae822423cea&quot;,&quot;fill_align&quot;:&quot;cm&quot;,&quot;text_align&quot;:&quot;lm&quot;,&quot;text_direction&quot;:&quot;horizontal&quot;,&quot;chip_types&quot;:[&quot;diagram&quot;]}]]"/>
  <p:tag name="KSO_WM_SLIDE_ID" val="custom20204317_4"/>
  <p:tag name="KSO_WM_TEMPLATE_SUBCATEGORY" val="21"/>
  <p:tag name="KSO_WM_TEMPLATE_MASTER_TYPE" val="1"/>
  <p:tag name="KSO_WM_TEMPLATE_COLOR_TYPE" val="1"/>
  <p:tag name="KSO_WM_SLIDE_TYPE" val="contents"/>
  <p:tag name="KSO_WM_SLIDE_SUBTYPE" val="diag"/>
  <p:tag name="KSO_WM_SLIDE_ITEM_CNT" val="4"/>
  <p:tag name="KSO_WM_SLIDE_INDEX" val="4"/>
  <p:tag name="KSO_WM_SLIDE_SIZE" val="396*384"/>
  <p:tag name="KSO_WM_SLIDE_POSITION" val="442*36"/>
  <p:tag name="KSO_WM_TAG_VERSION" val="1.0"/>
  <p:tag name="KSO_WM_BEAUTIFY_FLAG" val="#wm#"/>
  <p:tag name="KSO_WM_TEMPLATE_CATEGORY" val="custom"/>
  <p:tag name="KSO_WM_TEMPLATE_INDEX" val="20204317"/>
  <p:tag name="KSO_WM_SLIDE_LAYOUT" val="a_l"/>
  <p:tag name="KSO_WM_SLIDE_LAYOUT_CNT" val="1_1"/>
  <p:tag name="KSO_WM_SLIDE_RATIO" val="1.777778"/>
  <p:tag name="KSO_WM_CHIP_GROUPID" val="5ebf6661ddc3daf3fef3f760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TEMPLATE_ASSEMBLE_XID" val="5f7096040ff15d9a40ec0e4c"/>
  <p:tag name="KSO_WM_TEMPLATE_ASSEMBLE_GROUPID" val="5f7096040ff15d9a40ec0e4c"/>
  <p:tag name="KSO_WM_SPECIAL_SOURCE" val="bdnull"/>
</p:tagLst>
</file>

<file path=ppt/tags/tag2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0976_7*a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DEFAULT_FONT" val="36;44;2"/>
  <p:tag name="KSO_WM_UNIT_BLOCK" val="0"/>
  <p:tag name="KSO_WM_UNIT_DEC_AREA_ID" val="ad58175166bc4f63b70744db7376c287"/>
  <p:tag name="KSO_WM_CHIP_GROUPID" val="617275e954cda7cf43af418d"/>
  <p:tag name="KSO_WM_CHIP_XID" val="617275e954cda7cf43af418b"/>
  <p:tag name="KSO_WM_CHIP_FILLAREA_FILL_RULE" val="{&quot;fill_align&quot;:&quot;cm&quot;,&quot;fill_mode&quot;:&quot;adaptive&quot;,&quot;sacle_strategy&quot;:&quot;smart&quot;}"/>
  <p:tag name="KSO_WM_ASSEMBLE_CHIP_INDEX" val="fc45748d90fe4c90af8e23d583b1e882"/>
  <p:tag name="KSO_WM_UNIT_TEXT_FILL_FORE_SCHEMECOLOR_INDEX_BRIGHTNESS" val="0"/>
  <p:tag name="KSO_WM_UNIT_TEXT_FILL_FORE_SCHEMECOLOR_INDEX" val="14"/>
  <p:tag name="KSO_WM_UNIT_TEXT_FILL_TYPE" val="1"/>
</p:tagLst>
</file>

<file path=ppt/tags/tag24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20976_7*e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BLOCK" val="0"/>
  <p:tag name="KSO_WM_UNIT_DEC_AREA_ID" val="74b9cdbc4d024d1abe191c54e1e59268"/>
  <p:tag name="KSO_WM_UNIT_DEFAULT_FONT" val="118;142;2"/>
  <p:tag name="KSO_WM_UNIT_PRESET_TEXT" val="01"/>
  <p:tag name="KSO_WM_UNIT_NOCLEAR" val="0"/>
  <p:tag name="KSO_WM_UNIT_VALUE" val="2"/>
  <p:tag name="KSO_WM_CHIP_GROUPID" val="617275e954cda7cf43af418d"/>
  <p:tag name="KSO_WM_CHIP_XID" val="617275e954cda7cf43af418b"/>
  <p:tag name="KSO_WM_CHIP_FILLAREA_FILL_RULE" val="{&quot;fill_align&quot;:&quot;cm&quot;,&quot;fill_mode&quot;:&quot;adaptive&quot;,&quot;sacle_strategy&quot;:&quot;smart&quot;}"/>
  <p:tag name="KSO_WM_ASSEMBLE_CHIP_INDEX" val="fc45748d90fe4c90af8e23d583b1e882"/>
  <p:tag name="KSO_WM_UNIT_TEXT_FILL_FORE_SCHEMECOLOR_INDEX_BRIGHTNESS" val="0"/>
  <p:tag name="KSO_WM_UNIT_TEXT_FILL_FORE_SCHEMECOLOR_INDEX" val="5"/>
  <p:tag name="KSO_WM_UNIT_TEXT_FILL_TYPE" val="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20976_7*i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BLOCK" val="0"/>
  <p:tag name="KSO_WM_UNIT_SM_LIMIT_TYPE" val="4"/>
  <p:tag name="KSO_WM_UNIT_DEC_AREA_ID" val="35fe247a8f8b4ba9bce86f1ca7fdb11e"/>
  <p:tag name="KSO_WM_UNIT_DECORATE_INFO" val="{&quot;DecorateInfoH&quot;:{&quot;IsAbs&quot;:false},&quot;DecorateInfoW&quot;:{&quot;IsAbs&quot;:true},&quot;DecorateInfoX&quot;:{&quot;IsAbs&quot;:true,&quot;Pos&quot;:2},&quot;DecorateInfoY&quot;:{&quot;IsAbs&quot;:true,&quot;Pos&quot;:1},&quot;ReferentInfo&quot;:{&quot;Id&quot;:&quot;ad58175166bc4f63b70744db7376c287;cbebdb3316df4acebb25aebf772e514d&quot;,&quot;X&quot;:{&quot;Pos&quot;:0},&quot;Y&quot;:{&quot;Pos&quot;:1}},&quot;whChangeMode&quot;:0}"/>
  <p:tag name="KSO_WM_CHIP_GROUPID" val="617275e954cda7cf43af418d"/>
  <p:tag name="KSO_WM_CHIP_XID" val="617275e954cda7cf43af418b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fc45748d90fe4c90af8e23d583b1e882"/>
  <p:tag name="KSO_WM_UNIT_LINE_FORE_SCHEMECOLOR_INDEX_BRIGHTNESS" val="0"/>
  <p:tag name="KSO_WM_UNIT_LINE_FORE_SCHEMECOLOR_INDEX" val="5"/>
  <p:tag name="KSO_WM_UNIT_LINE_FILL_TYPE" val="2"/>
</p:tagLst>
</file>

<file path=ppt/tags/tag245.xml><?xml version="1.0" encoding="utf-8"?>
<p:tagLst xmlns:p="http://schemas.openxmlformats.org/presentationml/2006/main">
  <p:tag name="KSO_WM_BEAUTIFY_FLAG" val="#wm#"/>
  <p:tag name="KSO_WM_TEMPLATE_CATEGORY" val="custom"/>
  <p:tag name="KSO_WM_TEMPLATE_INDEX" val="20204317"/>
  <p:tag name="KSO_WM_CHIP_INFOS" val="{&quot;layout_type&quot;:&quot;forright2&quot;,&quot;slide_type&quot;:[&quot;sectionTitle&quot;],&quot;aspect_ratio&quot;:&quot;16:9&quot;}"/>
  <p:tag name="KSO_WM_CHIP_XID" val="5ebe041a0ac41c4a0a525598"/>
  <p:tag name="KSO_WM_CHIP_FILLPROP" val="[[{&quot;fill_id&quot;:&quot;c8df1a3465854d8b966b02b3af772576&quot;,&quot;fill_align&quot;:&quot;cm&quot;,&quot;text_align&quot;:&quot;lm&quot;,&quot;text_direction&quot;:&quot;horizontal&quot;,&quot;chip_types&quot;:[&quot;text&quot;,&quot;header&quot;]}]]"/>
  <p:tag name="KSO_WM_SLIDE_ID" val="custom20204317_7"/>
  <p:tag name="KSO_WM_TEMPLATE_SUBCATEGORY" val="21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SLIDE_SIZE" val="540*400"/>
  <p:tag name="KSO_WM_SLIDE_POSITION" val="380*69"/>
  <p:tag name="KSO_WM_TAG_VERSION" val="1.0"/>
  <p:tag name="KSO_WM_SLIDE_LAYOUT" val="a_b_e"/>
  <p:tag name="KSO_WM_SLIDE_LAYOUT_CNT" val="1_1_1"/>
  <p:tag name="KSO_WM_CHIP_GROUPID" val="5ebf6661ddc3daf3fef3f760"/>
  <p:tag name="KSO_WM_SLIDE_LAYOUT_INFO" val="{&quot;id&quot;:&quot;2020-09-27T21:39:45&quot;,&quot;maxSize&quot;:{&quot;size1&quot;:65.901603642216443},&quot;minSize&quot;:{&quot;size1&quot;:57.501603642216438},&quot;normalSize&quot;:{&quot;size1&quot;:61.70160364221644},&quot;subLayout&quot;:[{&quot;id&quot;:&quot;2020-09-27T21:39:45&quot;,&quot;maxSize&quot;:{&quot;size1&quot;:89.778853437914862},&quot;minSize&quot;:{&quot;size1&quot;:77.678853437914853},&quot;normalSize&quot;:{&quot;size1&quot;:84.078853437914859},&quot;subLayout&quot;:[{&quot;id&quot;:&quot;2020-09-27T21:39:45&quot;,&quot;margin&quot;:{&quot;bottom&quot;:1.3915197849273682,&quot;left&quot;:13.405664443969727,&quot;right&quot;:1.4110022783279419,&quot;top&quot;:2.573974609375},&quot;type&quot;:0},{&quot;id&quot;:&quot;2020-09-27T21:39:45&quot;,&quot;margin&quot;:{&quot;bottom&quot;:0.09673541784286499,&quot;left&quot;:13.405664443969727,&quot;right&quot;:1.4110022783279419,&quot;top&quot;:0.15541090071201324},&quot;type&quot;:0}],&quot;type&quot;:0},{&quot;id&quot;:&quot;2020-09-27T21:39:45&quot;,&quot;margin&quot;:{&quot;bottom&quot;:2.5739796161651611,&quot;left&quot;:13.405664443969727,&quot;right&quot;:1.4110022783279419,&quot;top&quot;:0.083181090652942657},&quot;type&quot;:0}],&quot;type&quot;:0}"/>
  <p:tag name="KSO_WM_SLIDE_BK_DARK_LIGHT" val="2"/>
  <p:tag name="KSO_WM_SLIDE_BACKGROUND_TYPE" val="general"/>
  <p:tag name="KSO_WM_SLIDE_SUPPORT_FEATURE_TYPE" val="0"/>
  <p:tag name="KSO_WM_TEMPLATE_ASSEMBLE_XID" val="5f7096040ff15d9a40ec0e22"/>
  <p:tag name="KSO_WM_TEMPLATE_ASSEMBLE_GROUPID" val="5f7096040ff15d9a40ec0e22"/>
  <p:tag name="KSO_WM_SPECIAL_SOURCE" val="bdnull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01_1*a*1"/>
  <p:tag name="KSO_WM_TEMPLATE_CATEGORY" val="diagram"/>
  <p:tag name="KSO_WM_TEMPLATE_INDEX" val="20201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26"/>
  <p:tag name="KSO_WM_UNIT_TYPE" val="a"/>
  <p:tag name="KSO_WM_UNIT_INDEX" val="1"/>
  <p:tag name="KSO_WM_UNIT_PRESET_TEXT" val="点击添加标题内容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01_1*i*1"/>
  <p:tag name="KSO_WM_TEMPLATE_CATEGORY" val="diagram"/>
  <p:tag name="KSO_WM_TEMPLATE_INDEX" val="2020160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01_1*f*1"/>
  <p:tag name="KSO_WM_TEMPLATE_CATEGORY" val="diagram"/>
  <p:tag name="KSO_WM_TEMPLATE_INDEX" val="20201601"/>
  <p:tag name="KSO_WM_UNIT_LAYERLEVEL" val="1"/>
  <p:tag name="KSO_WM_TAG_VERSION" val="1.0"/>
  <p:tag name="KSO_WM_BEAUTIFY_FLAG" val="#wm#"/>
  <p:tag name="KSO_WM_UNIT_NOCLEAR" val="0"/>
  <p:tag name="KSO_WM_UNIT_VALUE" val="72"/>
  <p:tag name="KSO_WM_UNIT_TYPE" val="f"/>
  <p:tag name="KSO_WM_UNIT_INDEX" val="1"/>
  <p:tag name="KSO_WM_UNIT_PRESET_TEXT" val="点击此处添加正文，文字是您思想的提炼，为了演示发布的良好效果，请言简意赅的阐述您的观点。"/>
</p:tagLst>
</file>

<file path=ppt/tags/tag249.xml><?xml version="1.0" encoding="utf-8"?>
<p:tagLst xmlns:p="http://schemas.openxmlformats.org/presentationml/2006/main">
  <p:tag name="KSO_WM_UNIT_PLACING_PICTURE_USER_VIEWPORT" val="{&quot;height&quot;:5556,&quot;width&quot;:11895}"/>
</p:tagLst>
</file>

<file path=ppt/tags/tag250.xml><?xml version="1.0" encoding="utf-8"?>
<p:tagLst xmlns:p="http://schemas.openxmlformats.org/presentationml/2006/main">
  <p:tag name="KSO_WM_SLIDE_ID" val="diagram20201601_1"/>
  <p:tag name="KSO_WM_TEMPLATE_SUBCATEGORY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01601"/>
  <p:tag name="KSO_WM_SLIDE_TYPE" val="text"/>
  <p:tag name="KSO_WM_SLIDE_SUBTYPE" val="picTxt"/>
  <p:tag name="KSO_WM_SLIDE_SIZE" val="887*449"/>
  <p:tag name="KSO_WM_SLIDE_POSITION" val="37*42"/>
  <p:tag name="KSO_WM_SLIDE_LAYOUT" val="a_d_f"/>
  <p:tag name="KSO_WM_SLIDE_LAYOUT_CNT" val="1_3_1"/>
  <p:tag name="KSO_WM_SPECIAL_SOURCE" val="bdnull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01_1*a*1"/>
  <p:tag name="KSO_WM_TEMPLATE_CATEGORY" val="diagram"/>
  <p:tag name="KSO_WM_TEMPLATE_INDEX" val="20201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26"/>
  <p:tag name="KSO_WM_UNIT_TYPE" val="a"/>
  <p:tag name="KSO_WM_UNIT_INDEX" val="1"/>
  <p:tag name="KSO_WM_UNIT_PRESET_TEXT" val="点击添加标题内容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01_1*i*1"/>
  <p:tag name="KSO_WM_TEMPLATE_CATEGORY" val="diagram"/>
  <p:tag name="KSO_WM_TEMPLATE_INDEX" val="2020160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01_1*f*1"/>
  <p:tag name="KSO_WM_TEMPLATE_CATEGORY" val="diagram"/>
  <p:tag name="KSO_WM_TEMPLATE_INDEX" val="20201601"/>
  <p:tag name="KSO_WM_UNIT_LAYERLEVEL" val="1"/>
  <p:tag name="KSO_WM_TAG_VERSION" val="1.0"/>
  <p:tag name="KSO_WM_BEAUTIFY_FLAG" val="#wm#"/>
  <p:tag name="KSO_WM_UNIT_NOCLEAR" val="0"/>
  <p:tag name="KSO_WM_UNIT_VALUE" val="72"/>
  <p:tag name="KSO_WM_UNIT_TYPE" val="f"/>
  <p:tag name="KSO_WM_UNIT_INDEX" val="1"/>
  <p:tag name="KSO_WM_UNIT_PRESET_TEXT" val="点击此处添加正文，文字是您思想的提炼，为了演示发布的良好效果，请言简意赅的阐述您的观点。"/>
</p:tagLst>
</file>

<file path=ppt/tags/tag25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808_1*i*2"/>
  <p:tag name="KSO_WM_TEMPLATE_CATEGORY" val="diagram"/>
  <p:tag name="KSO_WM_TEMPLATE_INDEX" val="160808"/>
  <p:tag name="KSO_WM_UNIT_INDEX" val="2"/>
</p:tagLst>
</file>

<file path=ppt/tags/tag255.xml><?xml version="1.0" encoding="utf-8"?>
<p:tagLst xmlns:p="http://schemas.openxmlformats.org/presentationml/2006/main">
  <p:tag name="KSO_WM_TEMPLATE_CATEGORY" val="diagram"/>
  <p:tag name="KSO_WM_TEMPLATE_INDEX" val="160808"/>
  <p:tag name="KSO_WM_TAG_VERSION" val="1.0"/>
  <p:tag name="KSO_WM_BEAUTIFY_FLAG" val="#wm#"/>
  <p:tag name="KSO_WM_UNIT_TYPE" val="r_t"/>
  <p:tag name="KSO_WM_UNIT_INDEX" val="1_1"/>
  <p:tag name="KSO_WM_UNIT_ID" val="diagram160808_1*r_t*1_1"/>
  <p:tag name="KSO_WM_UNIT_CLEAR" val="1"/>
  <p:tag name="KSO_WM_UNIT_LAYERLEVEL" val="1_1"/>
  <p:tag name="KSO_WM_UNIT_DIAGRAM_CONTRAST_TITLE_CNT" val="2"/>
  <p:tag name="KSO_WM_UNIT_DIAGRAM_DIMENSION_TITLE_CNT" val="4"/>
  <p:tag name="KSO_WM_UNIT_VALUE" val="30"/>
  <p:tag name="KSO_WM_UNIT_HIGHLIGHT" val="0"/>
  <p:tag name="KSO_WM_UNIT_COMPATIBLE" val="0"/>
  <p:tag name="KSO_WM_DIAGRAM_GROUP_CODE" val="r1-1"/>
  <p:tag name="KSO_WM_UNIT_PRESET_TEXT" val="编辑标题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256.xml><?xml version="1.0" encoding="utf-8"?>
<p:tagLst xmlns:p="http://schemas.openxmlformats.org/presentationml/2006/main">
  <p:tag name="KSO_WM_TEMPLATE_CATEGORY" val="diagram"/>
  <p:tag name="KSO_WM_TEMPLATE_INDEX" val="160808"/>
  <p:tag name="KSO_WM_TAG_VERSION" val="1.0"/>
  <p:tag name="KSO_WM_BEAUTIFY_FLAG" val="#wm#"/>
  <p:tag name="KSO_WM_UNIT_TYPE" val="r_t"/>
  <p:tag name="KSO_WM_UNIT_INDEX" val="1_2"/>
  <p:tag name="KSO_WM_UNIT_ID" val="diagram160808_1*r_t*1_2"/>
  <p:tag name="KSO_WM_UNIT_CLEAR" val="1"/>
  <p:tag name="KSO_WM_UNIT_LAYERLEVEL" val="1_1"/>
  <p:tag name="KSO_WM_UNIT_DIAGRAM_CONTRAST_TITLE_CNT" val="2"/>
  <p:tag name="KSO_WM_UNIT_DIAGRAM_DIMENSION_TITLE_CNT" val="4"/>
  <p:tag name="KSO_WM_UNIT_VALUE" val="30"/>
  <p:tag name="KSO_WM_UNIT_HIGHLIGHT" val="0"/>
  <p:tag name="KSO_WM_UNIT_COMPATIBLE" val="0"/>
  <p:tag name="KSO_WM_DIAGRAM_GROUP_CODE" val="r1-1"/>
  <p:tag name="KSO_WM_UNIT_PRESET_TEXT" val="编辑标题"/>
  <p:tag name="KSO_WM_UNIT_FILL_FORE_SCHEMECOLOR_INDEX" val="8"/>
  <p:tag name="KSO_WM_UNIT_FILL_TYPE" val="1"/>
  <p:tag name="KSO_WM_UNIT_TEXT_FILL_FORE_SCHEMECOLOR_INDEX" val="14"/>
  <p:tag name="KSO_WM_UNIT_TEXT_FILL_TYPE" val="1"/>
</p:tagLst>
</file>

<file path=ppt/tags/tag257.xml><?xml version="1.0" encoding="utf-8"?>
<p:tagLst xmlns:p="http://schemas.openxmlformats.org/presentationml/2006/main">
  <p:tag name="KSO_WM_SLIDE_ID" val="diagram20201601_1"/>
  <p:tag name="KSO_WM_TEMPLATE_SUBCATEGORY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01601"/>
  <p:tag name="KSO_WM_SLIDE_TYPE" val="text"/>
  <p:tag name="KSO_WM_SLIDE_SUBTYPE" val="picTxt"/>
  <p:tag name="KSO_WM_SLIDE_SIZE" val="887*449"/>
  <p:tag name="KSO_WM_SLIDE_POSITION" val="37*42"/>
  <p:tag name="KSO_WM_SLIDE_LAYOUT" val="a_d_f"/>
  <p:tag name="KSO_WM_SLIDE_LAYOUT_CNT" val="1_3_1"/>
  <p:tag name="KSO_WM_SPECIAL_SOURCE" val="bdnull"/>
</p:tagLst>
</file>

<file path=ppt/tags/tag258.xml><?xml version="1.0" encoding="utf-8"?>
<p:tagLst xmlns:p="http://schemas.openxmlformats.org/presentationml/2006/main">
  <p:tag name="KSO_WM_UNIT_PRESET_TEXT" val="点击此处添加正文，请言简意赅的阐述您的观点。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1600_1*f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59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600_1*a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600_1*i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61.xml><?xml version="1.0" encoding="utf-8"?>
<p:tagLst xmlns:p="http://schemas.openxmlformats.org/presentationml/2006/main">
  <p:tag name="KSO_WM_SLIDE_ID" val="diagram20201600_1"/>
  <p:tag name="KSO_WM_TEMPLATE_SUBCATEGORY" val="0"/>
  <p:tag name="KSO_WM_SLIDE_TYPE" val="text"/>
  <p:tag name="KSO_WM_SLIDE_SUBTYPE" val="picTxt"/>
  <p:tag name="KSO_WM_SLIDE_ITEM_CNT" val="0"/>
  <p:tag name="KSO_WM_SLIDE_INDEX" val="1"/>
  <p:tag name="KSO_WM_SLIDE_SIZE" val="885*448"/>
  <p:tag name="KSO_WM_SLIDE_POSITION" val="37*42"/>
  <p:tag name="KSO_WM_TAG_VERSION" val="1.0"/>
  <p:tag name="KSO_WM_BEAUTIFY_FLAG" val="#wm#"/>
  <p:tag name="KSO_WM_TEMPLATE_CATEGORY" val="diagram"/>
  <p:tag name="KSO_WM_TEMPLATE_INDEX" val="20201600"/>
  <p:tag name="KSO_WM_SLIDE_LAYOUT" val="a_d_f"/>
  <p:tag name="KSO_WM_SLIDE_LAYOUT_CNT" val="1_2_1"/>
  <p:tag name="KSO_WM_SLIDE_LAYOUT_INFO" val="{&quot;direction&quot;:0,&quot;horizontalAlign&quot;:-1,&quot;verticalAlign&quot;:-1,&quot;type&quot;:1,&quot;diagramDirection&quot;:0,&quot;canSetOverLayout&quot;:0,&quot;isOverLayout&quot;:0,&quot;backgroundInfo&quot;:[{&quot;type&quot;:&quot;general&quot;,&quot;left&quot;:&quot;NaN&quot;,&quot;top&quot;:&quot;NaN&quot;,&quot;right&quot;:&quot;NaN&quot;,&quot;bottom&quot;:&quot;NaN&quot;}]}"/>
  <p:tag name="KSO_WM_SLIDE_BACKGROUND" val="[&quot;general&quot;]"/>
  <p:tag name="KSO_WM_SLIDE_RATIO" val="1.777778"/>
  <p:tag name="KSO_WM_SPECIAL_SOURCE" val="bdnull"/>
</p:tagLst>
</file>

<file path=ppt/tags/tag262.xml><?xml version="1.0" encoding="utf-8"?>
<p:tagLst xmlns:p="http://schemas.openxmlformats.org/presentationml/2006/main">
  <p:tag name="KSO_WM_UNIT_PRESET_TEXT" val="点击此处添加正文，请言简意赅的阐述您的观点。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1600_1*f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63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600_1*a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600_1*i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65.xml><?xml version="1.0" encoding="utf-8"?>
<p:tagLst xmlns:p="http://schemas.openxmlformats.org/presentationml/2006/main">
  <p:tag name="KSO_WM_SLIDE_ID" val="diagram20201600_1"/>
  <p:tag name="KSO_WM_TEMPLATE_SUBCATEGORY" val="0"/>
  <p:tag name="KSO_WM_SLIDE_TYPE" val="text"/>
  <p:tag name="KSO_WM_SLIDE_SUBTYPE" val="picTxt"/>
  <p:tag name="KSO_WM_SLIDE_ITEM_CNT" val="0"/>
  <p:tag name="KSO_WM_SLIDE_INDEX" val="1"/>
  <p:tag name="KSO_WM_SLIDE_SIZE" val="885*448"/>
  <p:tag name="KSO_WM_SLIDE_POSITION" val="37*42"/>
  <p:tag name="KSO_WM_TAG_VERSION" val="1.0"/>
  <p:tag name="KSO_WM_BEAUTIFY_FLAG" val="#wm#"/>
  <p:tag name="KSO_WM_TEMPLATE_CATEGORY" val="diagram"/>
  <p:tag name="KSO_WM_TEMPLATE_INDEX" val="20201600"/>
  <p:tag name="KSO_WM_SLIDE_LAYOUT" val="a_d_f"/>
  <p:tag name="KSO_WM_SLIDE_LAYOUT_CNT" val="1_2_1"/>
  <p:tag name="KSO_WM_SLIDE_LAYOUT_INFO" val="{&quot;direction&quot;:0,&quot;horizontalAlign&quot;:-1,&quot;verticalAlign&quot;:-1,&quot;type&quot;:1,&quot;diagramDirection&quot;:0,&quot;canSetOverLayout&quot;:0,&quot;isOverLayout&quot;:0,&quot;backgroundInfo&quot;:[{&quot;type&quot;:&quot;general&quot;,&quot;left&quot;:&quot;NaN&quot;,&quot;top&quot;:&quot;NaN&quot;,&quot;right&quot;:&quot;NaN&quot;,&quot;bottom&quot;:&quot;NaN&quot;}]}"/>
  <p:tag name="KSO_WM_SLIDE_BACKGROUND" val="[&quot;general&quot;]"/>
  <p:tag name="KSO_WM_SLIDE_RATIO" val="1.777778"/>
  <p:tag name="KSO_WM_SPECIAL_SOURCE" val="bdnull"/>
</p:tagLst>
</file>

<file path=ppt/tags/tag266.xml><?xml version="1.0" encoding="utf-8"?>
<p:tagLst xmlns:p="http://schemas.openxmlformats.org/presentationml/2006/main">
  <p:tag name="KSO_WM_UNIT_PRESET_TEXT" val="点击此处添加正文，请言简意赅的阐述您的观点。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1600_1*f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67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600_1*a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600_1*i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69.xml><?xml version="1.0" encoding="utf-8"?>
<p:tagLst xmlns:p="http://schemas.openxmlformats.org/presentationml/2006/main">
  <p:tag name="KSO_WM_SLIDE_ID" val="diagram20201600_1"/>
  <p:tag name="KSO_WM_TEMPLATE_SUBCATEGORY" val="0"/>
  <p:tag name="KSO_WM_SLIDE_TYPE" val="text"/>
  <p:tag name="KSO_WM_SLIDE_SUBTYPE" val="picTxt"/>
  <p:tag name="KSO_WM_SLIDE_ITEM_CNT" val="0"/>
  <p:tag name="KSO_WM_SLIDE_INDEX" val="1"/>
  <p:tag name="KSO_WM_SLIDE_SIZE" val="885*448"/>
  <p:tag name="KSO_WM_SLIDE_POSITION" val="37*42"/>
  <p:tag name="KSO_WM_TAG_VERSION" val="1.0"/>
  <p:tag name="KSO_WM_BEAUTIFY_FLAG" val="#wm#"/>
  <p:tag name="KSO_WM_TEMPLATE_CATEGORY" val="diagram"/>
  <p:tag name="KSO_WM_TEMPLATE_INDEX" val="20201600"/>
  <p:tag name="KSO_WM_SLIDE_LAYOUT" val="a_d_f"/>
  <p:tag name="KSO_WM_SLIDE_LAYOUT_CNT" val="1_2_1"/>
  <p:tag name="KSO_WM_SLIDE_LAYOUT_INFO" val="{&quot;direction&quot;:0,&quot;horizontalAlign&quot;:-1,&quot;verticalAlign&quot;:-1,&quot;type&quot;:1,&quot;diagramDirection&quot;:0,&quot;canSetOverLayout&quot;:0,&quot;isOverLayout&quot;:0,&quot;backgroundInfo&quot;:[{&quot;type&quot;:&quot;general&quot;,&quot;left&quot;:&quot;NaN&quot;,&quot;top&quot;:&quot;NaN&quot;,&quot;right&quot;:&quot;NaN&quot;,&quot;bottom&quot;:&quot;NaN&quot;}]}"/>
  <p:tag name="KSO_WM_SLIDE_BACKGROUND" val="[&quot;general&quot;]"/>
  <p:tag name="KSO_WM_SLIDE_RATIO" val="1.777778"/>
  <p:tag name="KSO_WM_SPECIAL_SOURCE" val="bdnull"/>
</p:tagLst>
</file>

<file path=ppt/tags/tag270.xml><?xml version="1.0" encoding="utf-8"?>
<p:tagLst xmlns:p="http://schemas.openxmlformats.org/presentationml/2006/main">
  <p:tag name="KSO_WM_UNIT_PRESET_TEXT" val="点击此处添加正文，请言简意赅的阐述您的观点。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1600_1*f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71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600_1*a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600_1*i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73.xml><?xml version="1.0" encoding="utf-8"?>
<p:tagLst xmlns:p="http://schemas.openxmlformats.org/presentationml/2006/main">
  <p:tag name="KSO_WM_SLIDE_ID" val="diagram20201600_1"/>
  <p:tag name="KSO_WM_TEMPLATE_SUBCATEGORY" val="0"/>
  <p:tag name="KSO_WM_SLIDE_TYPE" val="text"/>
  <p:tag name="KSO_WM_SLIDE_SUBTYPE" val="picTxt"/>
  <p:tag name="KSO_WM_SLIDE_ITEM_CNT" val="0"/>
  <p:tag name="KSO_WM_SLIDE_INDEX" val="1"/>
  <p:tag name="KSO_WM_SLIDE_SIZE" val="885*448"/>
  <p:tag name="KSO_WM_SLIDE_POSITION" val="37*42"/>
  <p:tag name="KSO_WM_TAG_VERSION" val="1.0"/>
  <p:tag name="KSO_WM_BEAUTIFY_FLAG" val="#wm#"/>
  <p:tag name="KSO_WM_TEMPLATE_CATEGORY" val="diagram"/>
  <p:tag name="KSO_WM_TEMPLATE_INDEX" val="20201600"/>
  <p:tag name="KSO_WM_SLIDE_LAYOUT" val="a_d_f"/>
  <p:tag name="KSO_WM_SLIDE_LAYOUT_CNT" val="1_2_1"/>
  <p:tag name="KSO_WM_SLIDE_LAYOUT_INFO" val="{&quot;direction&quot;:0,&quot;horizontalAlign&quot;:-1,&quot;verticalAlign&quot;:-1,&quot;type&quot;:1,&quot;diagramDirection&quot;:0,&quot;canSetOverLayout&quot;:0,&quot;isOverLayout&quot;:0,&quot;backgroundInfo&quot;:[{&quot;type&quot;:&quot;general&quot;,&quot;left&quot;:&quot;NaN&quot;,&quot;top&quot;:&quot;NaN&quot;,&quot;right&quot;:&quot;NaN&quot;,&quot;bottom&quot;:&quot;NaN&quot;}]}"/>
  <p:tag name="KSO_WM_SLIDE_BACKGROUND" val="[&quot;general&quot;]"/>
  <p:tag name="KSO_WM_SLIDE_RATIO" val="1.777778"/>
  <p:tag name="KSO_WM_SPECIAL_SOURCE" val="bdnull"/>
</p:tagLst>
</file>

<file path=ppt/tags/tag274.xml><?xml version="1.0" encoding="utf-8"?>
<p:tagLst xmlns:p="http://schemas.openxmlformats.org/presentationml/2006/main">
  <p:tag name="KSO_WM_UNIT_PRESET_TEXT" val="点击此处添加正文，请言简意赅的阐述您的观点。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1600_1*f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75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600_1*a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600_1*i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77.xml><?xml version="1.0" encoding="utf-8"?>
<p:tagLst xmlns:p="http://schemas.openxmlformats.org/presentationml/2006/main">
  <p:tag name="KSO_WM_SLIDE_ID" val="diagram20201600_1"/>
  <p:tag name="KSO_WM_TEMPLATE_SUBCATEGORY" val="0"/>
  <p:tag name="KSO_WM_SLIDE_TYPE" val="text"/>
  <p:tag name="KSO_WM_SLIDE_SUBTYPE" val="picTxt"/>
  <p:tag name="KSO_WM_SLIDE_ITEM_CNT" val="0"/>
  <p:tag name="KSO_WM_SLIDE_INDEX" val="1"/>
  <p:tag name="KSO_WM_SLIDE_SIZE" val="885*448"/>
  <p:tag name="KSO_WM_SLIDE_POSITION" val="37*42"/>
  <p:tag name="KSO_WM_TAG_VERSION" val="1.0"/>
  <p:tag name="KSO_WM_BEAUTIFY_FLAG" val="#wm#"/>
  <p:tag name="KSO_WM_TEMPLATE_CATEGORY" val="diagram"/>
  <p:tag name="KSO_WM_TEMPLATE_INDEX" val="20201600"/>
  <p:tag name="KSO_WM_SLIDE_LAYOUT" val="a_d_f"/>
  <p:tag name="KSO_WM_SLIDE_LAYOUT_CNT" val="1_2_1"/>
  <p:tag name="KSO_WM_SLIDE_LAYOUT_INFO" val="{&quot;direction&quot;:0,&quot;horizontalAlign&quot;:-1,&quot;verticalAlign&quot;:-1,&quot;type&quot;:1,&quot;diagramDirection&quot;:0,&quot;canSetOverLayout&quot;:0,&quot;isOverLayout&quot;:0,&quot;backgroundInfo&quot;:[{&quot;type&quot;:&quot;general&quot;,&quot;left&quot;:&quot;NaN&quot;,&quot;top&quot;:&quot;NaN&quot;,&quot;right&quot;:&quot;NaN&quot;,&quot;bottom&quot;:&quot;NaN&quot;}]}"/>
  <p:tag name="KSO_WM_SLIDE_BACKGROUND" val="[&quot;general&quot;]"/>
  <p:tag name="KSO_WM_SLIDE_RATIO" val="1.777778"/>
  <p:tag name="KSO_WM_SPECIAL_SOURCE" val="bdnull"/>
</p:tagLst>
</file>

<file path=ppt/tags/tag278.xml><?xml version="1.0" encoding="utf-8"?>
<p:tagLst xmlns:p="http://schemas.openxmlformats.org/presentationml/2006/main">
  <p:tag name="KSO_WM_UNIT_PRESET_TEXT" val="点击此处添加正文，请言简意赅的阐述您的观点。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1600_1*f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79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600_1*a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600_1*i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81.xml><?xml version="1.0" encoding="utf-8"?>
<p:tagLst xmlns:p="http://schemas.openxmlformats.org/presentationml/2006/main">
  <p:tag name="KSO_WM_SLIDE_ID" val="diagram20201600_1"/>
  <p:tag name="KSO_WM_TEMPLATE_SUBCATEGORY" val="0"/>
  <p:tag name="KSO_WM_SLIDE_TYPE" val="text"/>
  <p:tag name="KSO_WM_SLIDE_SUBTYPE" val="picTxt"/>
  <p:tag name="KSO_WM_SLIDE_ITEM_CNT" val="0"/>
  <p:tag name="KSO_WM_SLIDE_INDEX" val="1"/>
  <p:tag name="KSO_WM_SLIDE_SIZE" val="885*448"/>
  <p:tag name="KSO_WM_SLIDE_POSITION" val="37*42"/>
  <p:tag name="KSO_WM_TAG_VERSION" val="1.0"/>
  <p:tag name="KSO_WM_BEAUTIFY_FLAG" val="#wm#"/>
  <p:tag name="KSO_WM_TEMPLATE_CATEGORY" val="diagram"/>
  <p:tag name="KSO_WM_TEMPLATE_INDEX" val="20201600"/>
  <p:tag name="KSO_WM_SLIDE_LAYOUT" val="a_d_f"/>
  <p:tag name="KSO_WM_SLIDE_LAYOUT_CNT" val="1_2_1"/>
  <p:tag name="KSO_WM_SLIDE_LAYOUT_INFO" val="{&quot;direction&quot;:0,&quot;horizontalAlign&quot;:-1,&quot;verticalAlign&quot;:-1,&quot;type&quot;:1,&quot;diagramDirection&quot;:0,&quot;canSetOverLayout&quot;:0,&quot;isOverLayout&quot;:0,&quot;backgroundInfo&quot;:[{&quot;type&quot;:&quot;general&quot;,&quot;left&quot;:&quot;NaN&quot;,&quot;top&quot;:&quot;NaN&quot;,&quot;right&quot;:&quot;NaN&quot;,&quot;bottom&quot;:&quot;NaN&quot;}]}"/>
  <p:tag name="KSO_WM_SLIDE_BACKGROUND" val="[&quot;general&quot;]"/>
  <p:tag name="KSO_WM_SLIDE_RATIO" val="1.777778"/>
  <p:tag name="KSO_WM_SPECIAL_SOURCE" val="bdnull"/>
</p:tagLst>
</file>

<file path=ppt/tags/tag282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600_1*a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600_1*i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284.xml><?xml version="1.0" encoding="utf-8"?>
<p:tagLst xmlns:p="http://schemas.openxmlformats.org/presentationml/2006/main">
  <p:tag name="KSO_WM_TEMPLATE_CATEGORY" val="diagram"/>
  <p:tag name="KSO_WM_TEMPLATE_INDEX" val="20170255"/>
  <p:tag name="KSO_WM_UNIT_TYPE" val="n_h_f"/>
  <p:tag name="KSO_WM_UNIT_INDEX" val="1_2_2"/>
  <p:tag name="KSO_WM_UNIT_ID" val="diagram20170255_1*n_h_f*1_2_2"/>
  <p:tag name="KSO_WM_UNIT_LAYERLEVEL" val="1_1_1"/>
  <p:tag name="KSO_WM_UNIT_VALUE" val="25"/>
  <p:tag name="KSO_WM_UNIT_HIGHLIGHT" val="0"/>
  <p:tag name="KSO_WM_UNIT_COMPATIBLE" val="0"/>
  <p:tag name="KSO_WM_UNIT_CLEAR" val="0"/>
  <p:tag name="KSO_WM_BEAUTIFY_FLAG" val="#wm#"/>
  <p:tag name="KSO_WM_TAG_VERSION" val="1.0"/>
  <p:tag name="KSO_WM_DIAGRAM_GROUP_CODE" val="n1-1"/>
  <p:tag name="KSO_WM_UNIT_PRESET_TEXT" val="Text"/>
  <p:tag name="KSO_WM_UNIT_FILL_FORE_SCHEMECOLOR_INDEX" val="6"/>
  <p:tag name="KSO_WM_UNIT_FILL_TYPE" val="1"/>
  <p:tag name="KSO_WM_UNIT_LINE_FORE_SCHEMECOLOR_INDEX" val="2"/>
  <p:tag name="KSO_WM_UNIT_LINE_FILL_TYPE" val="2"/>
  <p:tag name="KSO_WM_UNIT_TEXT_FILL_FORE_SCHEMECOLOR_INDEX" val="16"/>
  <p:tag name="KSO_WM_UNIT_TEXT_FILL_TYPE" val="1"/>
</p:tagLst>
</file>

<file path=ppt/tags/tag285.xml><?xml version="1.0" encoding="utf-8"?>
<p:tagLst xmlns:p="http://schemas.openxmlformats.org/presentationml/2006/main">
  <p:tag name="KSO_WM_TEMPLATE_CATEGORY" val="diagram"/>
  <p:tag name="KSO_WM_TEMPLATE_INDEX" val="20170255"/>
  <p:tag name="KSO_WM_UNIT_TYPE" val="n_h_a"/>
  <p:tag name="KSO_WM_UNIT_INDEX" val="1_1_1"/>
  <p:tag name="KSO_WM_UNIT_ID" val="diagram20170255_1*n_h_a*1_1_1"/>
  <p:tag name="KSO_WM_UNIT_LAYERLEVEL" val="1_1_1"/>
  <p:tag name="KSO_WM_UNIT_VALUE" val="15"/>
  <p:tag name="KSO_WM_UNIT_HIGHLIGHT" val="0"/>
  <p:tag name="KSO_WM_UNIT_COMPATIBLE" val="0"/>
  <p:tag name="KSO_WM_UNIT_CLEAR" val="0"/>
  <p:tag name="KSO_WM_BEAUTIFY_FLAG" val="#wm#"/>
  <p:tag name="KSO_WM_TAG_VERSION" val="1.0"/>
  <p:tag name="KSO_WM_DIAGRAM_GROUP_CODE" val="n1-1"/>
  <p:tag name="KSO_WM_UNIT_PRESET_TEXT" val="LOREM IPSUM"/>
  <p:tag name="KSO_WM_UNIT_TEXT_FILL_FORE_SCHEMECOLOR_INDEX" val="15"/>
  <p:tag name="KSO_WM_UNIT_TEXT_FILL_TYPE" val="1"/>
</p:tagLst>
</file>

<file path=ppt/tags/tag286.xml><?xml version="1.0" encoding="utf-8"?>
<p:tagLst xmlns:p="http://schemas.openxmlformats.org/presentationml/2006/main">
  <p:tag name="KSO_WM_TEMPLATE_CATEGORY" val="diagram"/>
  <p:tag name="KSO_WM_TEMPLATE_INDEX" val="20170255"/>
  <p:tag name="KSO_WM_UNIT_TYPE" val="n_h_f"/>
  <p:tag name="KSO_WM_UNIT_INDEX" val="1_1_1"/>
  <p:tag name="KSO_WM_UNIT_ID" val="diagram20170255_1*n_h_f*1_1_1"/>
  <p:tag name="KSO_WM_UNIT_LAYERLEVEL" val="1_1_1"/>
  <p:tag name="KSO_WM_UNIT_VALUE" val="72"/>
  <p:tag name="KSO_WM_UNIT_HIGHLIGHT" val="0"/>
  <p:tag name="KSO_WM_UNIT_COMPATIBLE" val="0"/>
  <p:tag name="KSO_WM_UNIT_CLEAR" val="0"/>
  <p:tag name="KSO_WM_BEAUTIFY_FLAG" val="#wm#"/>
  <p:tag name="KSO_WM_TAG_VERSION" val="1.0"/>
  <p:tag name="KSO_WM_DIAGRAM_GROUP_CODE" val="n1-1"/>
  <p:tag name="KSO_WM_UNIT_PRESET_TEXT" val="Lorem ipsum dolor sit amet, consectetur adipisicing elit."/>
  <p:tag name="KSO_WM_UNIT_TEXT_FILL_FORE_SCHEMECOLOR_INDEX" val="15"/>
  <p:tag name="KSO_WM_UNIT_TEXT_FILL_TYPE" val="1"/>
</p:tagLst>
</file>

<file path=ppt/tags/tag287.xml><?xml version="1.0" encoding="utf-8"?>
<p:tagLst xmlns:p="http://schemas.openxmlformats.org/presentationml/2006/main">
  <p:tag name="KSO_WM_TEMPLATE_CATEGORY" val="diagram"/>
  <p:tag name="KSO_WM_TEMPLATE_INDEX" val="20170255"/>
  <p:tag name="KSO_WM_UNIT_TYPE" val="n_h_i"/>
  <p:tag name="KSO_WM_UNIT_INDEX" val="1_1_1"/>
  <p:tag name="KSO_WM_UNIT_ID" val="diagram20170255_1*n_h_i*1_1_1"/>
  <p:tag name="KSO_WM_UNIT_LAYERLEVEL" val="1_1_1"/>
  <p:tag name="KSO_WM_BEAUTIFY_FLAG" val="#wm#"/>
  <p:tag name="KSO_WM_TAG_VERSION" val="1.0"/>
  <p:tag name="KSO_WM_DIAGRAM_GROUP_CODE" val="n1-1"/>
  <p:tag name="KSO_WM_UNIT_LINE_FORE_SCHEMECOLOR_INDEX" val="15"/>
  <p:tag name="KSO_WM_UNIT_LINE_FILL_TYPE" val="2"/>
</p:tagLst>
</file>

<file path=ppt/tags/tag288.xml><?xml version="1.0" encoding="utf-8"?>
<p:tagLst xmlns:p="http://schemas.openxmlformats.org/presentationml/2006/main">
  <p:tag name="KSO_WM_TEMPLATE_CATEGORY" val="diagram"/>
  <p:tag name="KSO_WM_TEMPLATE_INDEX" val="20170255"/>
  <p:tag name="KSO_WM_UNIT_TYPE" val="n_h_f"/>
  <p:tag name="KSO_WM_UNIT_INDEX" val="1_1_3"/>
  <p:tag name="KSO_WM_UNIT_ID" val="diagram20170255_1*n_h_f*1_1_3"/>
  <p:tag name="KSO_WM_UNIT_LAYERLEVEL" val="1_1_1"/>
  <p:tag name="KSO_WM_UNIT_VALUE" val="16"/>
  <p:tag name="KSO_WM_UNIT_HIGHLIGHT" val="0"/>
  <p:tag name="KSO_WM_UNIT_COMPATIBLE" val="0"/>
  <p:tag name="KSO_WM_UNIT_CLEAR" val="0"/>
  <p:tag name="KSO_WM_BEAUTIFY_FLAG" val="#wm#"/>
  <p:tag name="KSO_WM_TAG_VERSION" val="1.0"/>
  <p:tag name="KSO_WM_DIAGRAM_GROUP_CODE" val="n1-1"/>
  <p:tag name="KSO_WM_UNIT_PRESET_TEXT" val="LOREM"/>
  <p:tag name="KSO_WM_UNIT_FILL_FORE_SCHEMECOLOR_INDEX" val="5"/>
  <p:tag name="KSO_WM_UNIT_FILL_TYPE" val="1"/>
  <p:tag name="KSO_WM_UNIT_LINE_FORE_SCHEMECOLOR_INDEX" val="2"/>
  <p:tag name="KSO_WM_UNIT_LINE_FILL_TYPE" val="2"/>
  <p:tag name="KSO_WM_UNIT_TEXT_FILL_FORE_SCHEMECOLOR_INDEX" val="16"/>
  <p:tag name="KSO_WM_UNIT_TEXT_FILL_TYPE" val="1"/>
</p:tagLst>
</file>

<file path=ppt/tags/tag289.xml><?xml version="1.0" encoding="utf-8"?>
<p:tagLst xmlns:p="http://schemas.openxmlformats.org/presentationml/2006/main">
  <p:tag name="KSO_WM_TEMPLATE_CATEGORY" val="diagram"/>
  <p:tag name="KSO_WM_TEMPLATE_INDEX" val="20170255"/>
  <p:tag name="KSO_WM_UNIT_TYPE" val="n_h_a"/>
  <p:tag name="KSO_WM_UNIT_INDEX" val="1_1_2"/>
  <p:tag name="KSO_WM_UNIT_ID" val="diagram20170255_1*n_h_a*1_1_2"/>
  <p:tag name="KSO_WM_UNIT_LAYERLEVEL" val="1_1_1"/>
  <p:tag name="KSO_WM_UNIT_VALUE" val="15"/>
  <p:tag name="KSO_WM_UNIT_HIGHLIGHT" val="0"/>
  <p:tag name="KSO_WM_UNIT_COMPATIBLE" val="0"/>
  <p:tag name="KSO_WM_UNIT_CLEAR" val="0"/>
  <p:tag name="KSO_WM_BEAUTIFY_FLAG" val="#wm#"/>
  <p:tag name="KSO_WM_TAG_VERSION" val="1.0"/>
  <p:tag name="KSO_WM_DIAGRAM_GROUP_CODE" val="n1-1"/>
  <p:tag name="KSO_WM_UNIT_PRESET_TEXT" val="LOREM IPSUM"/>
  <p:tag name="KSO_WM_UNIT_TEXT_FILL_FORE_SCHEMECOLOR_INDEX" val="15"/>
  <p:tag name="KSO_WM_UNIT_TEXT_FILL_TYPE" val="1"/>
</p:tagLst>
</file>

<file path=ppt/tags/tag290.xml><?xml version="1.0" encoding="utf-8"?>
<p:tagLst xmlns:p="http://schemas.openxmlformats.org/presentationml/2006/main">
  <p:tag name="KSO_WM_TEMPLATE_CATEGORY" val="diagram"/>
  <p:tag name="KSO_WM_TEMPLATE_INDEX" val="20170255"/>
  <p:tag name="KSO_WM_UNIT_TYPE" val="n_h_f"/>
  <p:tag name="KSO_WM_UNIT_INDEX" val="1_1_2"/>
  <p:tag name="KSO_WM_UNIT_ID" val="diagram20170255_1*n_h_f*1_1_2"/>
  <p:tag name="KSO_WM_UNIT_LAYERLEVEL" val="1_1_1"/>
  <p:tag name="KSO_WM_UNIT_VALUE" val="72"/>
  <p:tag name="KSO_WM_UNIT_HIGHLIGHT" val="0"/>
  <p:tag name="KSO_WM_UNIT_COMPATIBLE" val="0"/>
  <p:tag name="KSO_WM_UNIT_CLEAR" val="0"/>
  <p:tag name="KSO_WM_BEAUTIFY_FLAG" val="#wm#"/>
  <p:tag name="KSO_WM_TAG_VERSION" val="1.0"/>
  <p:tag name="KSO_WM_DIAGRAM_GROUP_CODE" val="n1-1"/>
  <p:tag name="KSO_WM_UNIT_PRESET_TEXT" val="Lorem ipsum dolor sit amet, consectetur adipisicing elit."/>
  <p:tag name="KSO_WM_UNIT_TEXT_FILL_FORE_SCHEMECOLOR_INDEX" val="15"/>
  <p:tag name="KSO_WM_UNIT_TEXT_FILL_TYPE" val="1"/>
</p:tagLst>
</file>

<file path=ppt/tags/tag291.xml><?xml version="1.0" encoding="utf-8"?>
<p:tagLst xmlns:p="http://schemas.openxmlformats.org/presentationml/2006/main">
  <p:tag name="KSO_WM_TEMPLATE_CATEGORY" val="diagram"/>
  <p:tag name="KSO_WM_TEMPLATE_INDEX" val="20170255"/>
  <p:tag name="KSO_WM_UNIT_TYPE" val="n_h_i"/>
  <p:tag name="KSO_WM_UNIT_INDEX" val="1_1_2"/>
  <p:tag name="KSO_WM_UNIT_ID" val="diagram20170255_1*n_h_i*1_1_2"/>
  <p:tag name="KSO_WM_UNIT_LAYERLEVEL" val="1_1_1"/>
  <p:tag name="KSO_WM_BEAUTIFY_FLAG" val="#wm#"/>
  <p:tag name="KSO_WM_TAG_VERSION" val="1.0"/>
  <p:tag name="KSO_WM_DIAGRAM_GROUP_CODE" val="n1-1"/>
  <p:tag name="KSO_WM_UNIT_LINE_FORE_SCHEMECOLOR_INDEX" val="15"/>
  <p:tag name="KSO_WM_UNIT_LINE_FILL_TYPE" val="2"/>
</p:tagLst>
</file>

<file path=ppt/tags/tag292.xml><?xml version="1.0" encoding="utf-8"?>
<p:tagLst xmlns:p="http://schemas.openxmlformats.org/presentationml/2006/main">
  <p:tag name="KSO_WM_TEMPLATE_CATEGORY" val="diagram"/>
  <p:tag name="KSO_WM_TEMPLATE_INDEX" val="20170255"/>
  <p:tag name="KSO_WM_UNIT_TYPE" val="n_h_f"/>
  <p:tag name="KSO_WM_UNIT_INDEX" val="1_1_4"/>
  <p:tag name="KSO_WM_UNIT_ID" val="diagram20170255_1*n_h_f*1_1_4"/>
  <p:tag name="KSO_WM_UNIT_LAYERLEVEL" val="1_1_1"/>
  <p:tag name="KSO_WM_UNIT_VALUE" val="16"/>
  <p:tag name="KSO_WM_UNIT_HIGHLIGHT" val="0"/>
  <p:tag name="KSO_WM_UNIT_COMPATIBLE" val="0"/>
  <p:tag name="KSO_WM_UNIT_CLEAR" val="0"/>
  <p:tag name="KSO_WM_BEAUTIFY_FLAG" val="#wm#"/>
  <p:tag name="KSO_WM_TAG_VERSION" val="1.0"/>
  <p:tag name="KSO_WM_DIAGRAM_GROUP_CODE" val="n1-1"/>
  <p:tag name="KSO_WM_UNIT_PRESET_TEXT" val="LOREM"/>
  <p:tag name="KSO_WM_UNIT_FILL_FORE_SCHEMECOLOR_INDEX" val="7"/>
  <p:tag name="KSO_WM_UNIT_FILL_TYPE" val="1"/>
  <p:tag name="KSO_WM_UNIT_LINE_FORE_SCHEMECOLOR_INDEX" val="2"/>
  <p:tag name="KSO_WM_UNIT_LINE_FILL_TYPE" val="2"/>
  <p:tag name="KSO_WM_UNIT_TEXT_FILL_FORE_SCHEMECOLOR_INDEX" val="16"/>
  <p:tag name="KSO_WM_UNIT_TEXT_FILL_TYPE" val="1"/>
</p:tagLst>
</file>

<file path=ppt/tags/tag293.xml><?xml version="1.0" encoding="utf-8"?>
<p:tagLst xmlns:p="http://schemas.openxmlformats.org/presentationml/2006/main">
  <p:tag name="KSO_WM_TEMPLATE_CATEGORY" val="diagram"/>
  <p:tag name="KSO_WM_TEMPLATE_INDEX" val="20170255"/>
  <p:tag name="KSO_WM_UNIT_TYPE" val="n_h_i"/>
  <p:tag name="KSO_WM_UNIT_INDEX" val="1_1_3"/>
  <p:tag name="KSO_WM_UNIT_ID" val="diagram20170255_1*n_h_i*1_1_3"/>
  <p:tag name="KSO_WM_UNIT_LAYERLEVEL" val="1_1_1"/>
  <p:tag name="KSO_WM_BEAUTIFY_FLAG" val="#wm#"/>
  <p:tag name="KSO_WM_TAG_VERSION" val="1.0"/>
  <p:tag name="KSO_WM_DIAGRAM_GROUP_CODE" val="n1-1"/>
  <p:tag name="KSO_WM_UNIT_LINE_FORE_SCHEMECOLOR_INDEX" val="5"/>
  <p:tag name="KSO_WM_UNIT_LINE_FILL_TYPE" val="2"/>
</p:tagLst>
</file>

<file path=ppt/tags/tag294.xml><?xml version="1.0" encoding="utf-8"?>
<p:tagLst xmlns:p="http://schemas.openxmlformats.org/presentationml/2006/main">
  <p:tag name="KSO_WM_TEMPLATE_CATEGORY" val="diagram"/>
  <p:tag name="KSO_WM_TEMPLATE_INDEX" val="20170255"/>
  <p:tag name="KSO_WM_UNIT_TYPE" val="n_h_i"/>
  <p:tag name="KSO_WM_UNIT_INDEX" val="1_1_4"/>
  <p:tag name="KSO_WM_UNIT_ID" val="diagram20170255_1*n_h_i*1_1_4"/>
  <p:tag name="KSO_WM_UNIT_LAYERLEVEL" val="1_1_1"/>
  <p:tag name="KSO_WM_BEAUTIFY_FLAG" val="#wm#"/>
  <p:tag name="KSO_WM_TAG_VERSION" val="1.0"/>
  <p:tag name="KSO_WM_DIAGRAM_GROUP_CODE" val="n1-1"/>
  <p:tag name="KSO_WM_UNIT_LINE_FORE_SCHEMECOLOR_INDEX" val="5"/>
  <p:tag name="KSO_WM_UNIT_LINE_FILL_TYPE" val="2"/>
</p:tagLst>
</file>

<file path=ppt/tags/tag295.xml><?xml version="1.0" encoding="utf-8"?>
<p:tagLst xmlns:p="http://schemas.openxmlformats.org/presentationml/2006/main">
  <p:tag name="KSO_WM_TEMPLATE_CATEGORY" val="diagram"/>
  <p:tag name="KSO_WM_TEMPLATE_INDEX" val="20170255"/>
  <p:tag name="KSO_WM_UNIT_TYPE" val="n_h_a"/>
  <p:tag name="KSO_WM_UNIT_INDEX" val="1_2_1"/>
  <p:tag name="KSO_WM_UNIT_ID" val="diagram20170255_1*n_h_a*1_2_1"/>
  <p:tag name="KSO_WM_UNIT_LAYERLEVEL" val="1_1_1"/>
  <p:tag name="KSO_WM_UNIT_VALUE" val="20"/>
  <p:tag name="KSO_WM_UNIT_HIGHLIGHT" val="0"/>
  <p:tag name="KSO_WM_UNIT_COMPATIBLE" val="0"/>
  <p:tag name="KSO_WM_UNIT_CLEAR" val="0"/>
  <p:tag name="KSO_WM_BEAUTIFY_FLAG" val="#wm#"/>
  <p:tag name="KSO_WM_TAG_VERSION" val="1.0"/>
  <p:tag name="KSO_WM_DIAGRAM_GROUP_CODE" val="n1-1"/>
  <p:tag name="KSO_WM_UNIT_PRESET_TEXT" val="LOREM"/>
  <p:tag name="KSO_WM_UNIT_TEXT_FILL_FORE_SCHEMECOLOR_INDEX" val="7"/>
  <p:tag name="KSO_WM_UNIT_TEXT_FILL_TYPE" val="1"/>
</p:tagLst>
</file>

<file path=ppt/tags/tag296.xml><?xml version="1.0" encoding="utf-8"?>
<p:tagLst xmlns:p="http://schemas.openxmlformats.org/presentationml/2006/main">
  <p:tag name="KSO_WM_TEMPLATE_CATEGORY" val="diagram"/>
  <p:tag name="KSO_WM_TEMPLATE_INDEX" val="20170255"/>
  <p:tag name="KSO_WM_UNIT_TYPE" val="n_h_f"/>
  <p:tag name="KSO_WM_UNIT_INDEX" val="1_2_1"/>
  <p:tag name="KSO_WM_UNIT_ID" val="diagram20170255_1*n_h_f*1_2_1"/>
  <p:tag name="KSO_WM_UNIT_LAYERLEVEL" val="1_1_1"/>
  <p:tag name="KSO_WM_UNIT_VALUE" val="40"/>
  <p:tag name="KSO_WM_UNIT_HIGHLIGHT" val="0"/>
  <p:tag name="KSO_WM_UNIT_COMPATIBLE" val="0"/>
  <p:tag name="KSO_WM_UNIT_CLEAR" val="0"/>
  <p:tag name="KSO_WM_BEAUTIFY_FLAG" val="#wm#"/>
  <p:tag name="KSO_WM_TAG_VERSION" val="1.0"/>
  <p:tag name="KSO_WM_DIAGRAM_GROUP_CODE" val="n1-1"/>
  <p:tag name="KSO_WM_UNIT_PRESET_TEXT" val="Lorem ipsum dolor sit amet, consectetur adipisicing elit."/>
  <p:tag name="KSO_WM_UNIT_TEXT_FILL_FORE_SCHEMECOLOR_INDEX" val="5"/>
  <p:tag name="KSO_WM_UNIT_TEXT_FILL_TYPE" val="1"/>
</p:tagLst>
</file>

<file path=ppt/tags/tag297.xml><?xml version="1.0" encoding="utf-8"?>
<p:tagLst xmlns:p="http://schemas.openxmlformats.org/presentationml/2006/main">
  <p:tag name="KSO_WM_TEMPLATE_CATEGORY" val="diagram"/>
  <p:tag name="KSO_WM_TEMPLATE_INDEX" val="20170255"/>
  <p:tag name="KSO_WM_UNIT_TYPE" val="n_h_i"/>
  <p:tag name="KSO_WM_UNIT_INDEX" val="1_1_1"/>
  <p:tag name="KSO_WM_UNIT_ID" val="diagram20170255_1*n_h_i*1_1_1"/>
  <p:tag name="KSO_WM_UNIT_LAYERLEVEL" val="1_1_1"/>
  <p:tag name="KSO_WM_BEAUTIFY_FLAG" val="#wm#"/>
  <p:tag name="KSO_WM_TAG_VERSION" val="1.0"/>
  <p:tag name="KSO_WM_DIAGRAM_GROUP_CODE" val="n1-1"/>
  <p:tag name="KSO_WM_UNIT_LINE_FORE_SCHEMECOLOR_INDEX" val="15"/>
  <p:tag name="KSO_WM_UNIT_LINE_FILL_TYPE" val="2"/>
</p:tagLst>
</file>

<file path=ppt/tags/tag298.xml><?xml version="1.0" encoding="utf-8"?>
<p:tagLst xmlns:p="http://schemas.openxmlformats.org/presentationml/2006/main">
  <p:tag name="KSO_WM_SLIDE_ID" val="diagram20201600_1"/>
  <p:tag name="KSO_WM_TEMPLATE_SUBCATEGORY" val="0"/>
  <p:tag name="KSO_WM_SLIDE_TYPE" val="text"/>
  <p:tag name="KSO_WM_SLIDE_SUBTYPE" val="picTxt"/>
  <p:tag name="KSO_WM_SLIDE_ITEM_CNT" val="0"/>
  <p:tag name="KSO_WM_SLIDE_INDEX" val="1"/>
  <p:tag name="KSO_WM_SLIDE_SIZE" val="885*448"/>
  <p:tag name="KSO_WM_SLIDE_POSITION" val="37*42"/>
  <p:tag name="KSO_WM_TAG_VERSION" val="1.0"/>
  <p:tag name="KSO_WM_BEAUTIFY_FLAG" val="#wm#"/>
  <p:tag name="KSO_WM_TEMPLATE_CATEGORY" val="diagram"/>
  <p:tag name="KSO_WM_TEMPLATE_INDEX" val="20201600"/>
  <p:tag name="KSO_WM_SLIDE_LAYOUT" val="a_d_f"/>
  <p:tag name="KSO_WM_SLIDE_LAYOUT_CNT" val="1_2_1"/>
  <p:tag name="KSO_WM_SLIDE_LAYOUT_INFO" val="{&quot;direction&quot;:0,&quot;horizontalAlign&quot;:-1,&quot;verticalAlign&quot;:-1,&quot;type&quot;:1,&quot;diagramDirection&quot;:0,&quot;canSetOverLayout&quot;:0,&quot;isOverLayout&quot;:0,&quot;backgroundInfo&quot;:[{&quot;type&quot;:&quot;general&quot;,&quot;left&quot;:&quot;NaN&quot;,&quot;top&quot;:&quot;NaN&quot;,&quot;right&quot;:&quot;NaN&quot;,&quot;bottom&quot;:&quot;NaN&quot;}]}"/>
  <p:tag name="KSO_WM_SLIDE_BACKGROUND" val="[&quot;general&quot;]"/>
  <p:tag name="KSO_WM_SLIDE_RATIO" val="1.777778"/>
  <p:tag name="KSO_WM_SPECIAL_SOURCE" val="bdnull"/>
</p:tagLst>
</file>

<file path=ppt/tags/tag2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0976_7*a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DEFAULT_FONT" val="36;44;2"/>
  <p:tag name="KSO_WM_UNIT_BLOCK" val="0"/>
  <p:tag name="KSO_WM_UNIT_DEC_AREA_ID" val="ad58175166bc4f63b70744db7376c287"/>
  <p:tag name="KSO_WM_CHIP_GROUPID" val="617275e954cda7cf43af418d"/>
  <p:tag name="KSO_WM_CHIP_XID" val="617275e954cda7cf43af418b"/>
  <p:tag name="KSO_WM_CHIP_FILLAREA_FILL_RULE" val="{&quot;fill_align&quot;:&quot;cm&quot;,&quot;fill_mode&quot;:&quot;adaptive&quot;,&quot;sacle_strategy&quot;:&quot;smart&quot;}"/>
  <p:tag name="KSO_WM_ASSEMBLE_CHIP_INDEX" val="fc45748d90fe4c90af8e23d583b1e882"/>
  <p:tag name="KSO_WM_UNIT_TEXT_FILL_FORE_SCHEMECOLOR_INDEX_BRIGHTNESS" val="0"/>
  <p:tag name="KSO_WM_UNIT_TEXT_FILL_FORE_SCHEMECOLOR_INDEX" val="14"/>
  <p:tag name="KSO_WM_UNIT_TEXT_FILL_TYPE" val="1"/>
</p:tagLst>
</file>

<file path=ppt/tags/tag30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20976_7*e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BLOCK" val="0"/>
  <p:tag name="KSO_WM_UNIT_DEC_AREA_ID" val="74b9cdbc4d024d1abe191c54e1e59268"/>
  <p:tag name="KSO_WM_UNIT_DEFAULT_FONT" val="118;142;2"/>
  <p:tag name="KSO_WM_UNIT_PRESET_TEXT" val="01"/>
  <p:tag name="KSO_WM_UNIT_NOCLEAR" val="0"/>
  <p:tag name="KSO_WM_UNIT_VALUE" val="2"/>
  <p:tag name="KSO_WM_CHIP_GROUPID" val="617275e954cda7cf43af418d"/>
  <p:tag name="KSO_WM_CHIP_XID" val="617275e954cda7cf43af418b"/>
  <p:tag name="KSO_WM_CHIP_FILLAREA_FILL_RULE" val="{&quot;fill_align&quot;:&quot;cm&quot;,&quot;fill_mode&quot;:&quot;adaptive&quot;,&quot;sacle_strategy&quot;:&quot;smart&quot;}"/>
  <p:tag name="KSO_WM_ASSEMBLE_CHIP_INDEX" val="fc45748d90fe4c90af8e23d583b1e882"/>
  <p:tag name="KSO_WM_UNIT_TEXT_FILL_FORE_SCHEMECOLOR_INDEX_BRIGHTNESS" val="0"/>
  <p:tag name="KSO_WM_UNIT_TEXT_FILL_FORE_SCHEMECOLOR_INDEX" val="5"/>
  <p:tag name="KSO_WM_UNIT_TEXT_FILL_TYPE" val="1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20976_7*i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BLOCK" val="0"/>
  <p:tag name="KSO_WM_UNIT_SM_LIMIT_TYPE" val="4"/>
  <p:tag name="KSO_WM_UNIT_DEC_AREA_ID" val="35fe247a8f8b4ba9bce86f1ca7fdb11e"/>
  <p:tag name="KSO_WM_UNIT_DECORATE_INFO" val="{&quot;DecorateInfoH&quot;:{&quot;IsAbs&quot;:false},&quot;DecorateInfoW&quot;:{&quot;IsAbs&quot;:true},&quot;DecorateInfoX&quot;:{&quot;IsAbs&quot;:true,&quot;Pos&quot;:2},&quot;DecorateInfoY&quot;:{&quot;IsAbs&quot;:true,&quot;Pos&quot;:1},&quot;ReferentInfo&quot;:{&quot;Id&quot;:&quot;ad58175166bc4f63b70744db7376c287;cbebdb3316df4acebb25aebf772e514d&quot;,&quot;X&quot;:{&quot;Pos&quot;:0},&quot;Y&quot;:{&quot;Pos&quot;:1}},&quot;whChangeMode&quot;:0}"/>
  <p:tag name="KSO_WM_CHIP_GROUPID" val="617275e954cda7cf43af418d"/>
  <p:tag name="KSO_WM_CHIP_XID" val="617275e954cda7cf43af418b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fc45748d90fe4c90af8e23d583b1e882"/>
  <p:tag name="KSO_WM_UNIT_LINE_FORE_SCHEMECOLOR_INDEX_BRIGHTNESS" val="0"/>
  <p:tag name="KSO_WM_UNIT_LINE_FORE_SCHEMECOLOR_INDEX" val="5"/>
  <p:tag name="KSO_WM_UNIT_LINE_FILL_TYPE" val="2"/>
</p:tagLst>
</file>

<file path=ppt/tags/tag302.xml><?xml version="1.0" encoding="utf-8"?>
<p:tagLst xmlns:p="http://schemas.openxmlformats.org/presentationml/2006/main">
  <p:tag name="KSO_WM_BEAUTIFY_FLAG" val="#wm#"/>
  <p:tag name="KSO_WM_TEMPLATE_CATEGORY" val="custom"/>
  <p:tag name="KSO_WM_TEMPLATE_INDEX" val="20204317"/>
  <p:tag name="KSO_WM_CHIP_INFOS" val="{&quot;layout_type&quot;:&quot;forright2&quot;,&quot;slide_type&quot;:[&quot;sectionTitle&quot;],&quot;aspect_ratio&quot;:&quot;16:9&quot;}"/>
  <p:tag name="KSO_WM_CHIP_XID" val="5ebe041a0ac41c4a0a525598"/>
  <p:tag name="KSO_WM_CHIP_FILLPROP" val="[[{&quot;fill_id&quot;:&quot;c8df1a3465854d8b966b02b3af772576&quot;,&quot;fill_align&quot;:&quot;cm&quot;,&quot;text_align&quot;:&quot;lm&quot;,&quot;text_direction&quot;:&quot;horizontal&quot;,&quot;chip_types&quot;:[&quot;text&quot;,&quot;header&quot;]}]]"/>
  <p:tag name="KSO_WM_SLIDE_ID" val="custom20204317_7"/>
  <p:tag name="KSO_WM_TEMPLATE_SUBCATEGORY" val="21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SLIDE_SIZE" val="540*400"/>
  <p:tag name="KSO_WM_SLIDE_POSITION" val="380*69"/>
  <p:tag name="KSO_WM_TAG_VERSION" val="1.0"/>
  <p:tag name="KSO_WM_SLIDE_LAYOUT" val="a_b_e"/>
  <p:tag name="KSO_WM_SLIDE_LAYOUT_CNT" val="1_1_1"/>
  <p:tag name="KSO_WM_CHIP_GROUPID" val="5ebf6661ddc3daf3fef3f760"/>
  <p:tag name="KSO_WM_SLIDE_LAYOUT_INFO" val="{&quot;id&quot;:&quot;2020-09-27T21:39:45&quot;,&quot;maxSize&quot;:{&quot;size1&quot;:65.901603642216443},&quot;minSize&quot;:{&quot;size1&quot;:57.501603642216438},&quot;normalSize&quot;:{&quot;size1&quot;:61.70160364221644},&quot;subLayout&quot;:[{&quot;id&quot;:&quot;2020-09-27T21:39:45&quot;,&quot;maxSize&quot;:{&quot;size1&quot;:89.778853437914862},&quot;minSize&quot;:{&quot;size1&quot;:77.678853437914853},&quot;normalSize&quot;:{&quot;size1&quot;:84.078853437914859},&quot;subLayout&quot;:[{&quot;id&quot;:&quot;2020-09-27T21:39:45&quot;,&quot;margin&quot;:{&quot;bottom&quot;:1.3915197849273682,&quot;left&quot;:13.405664443969727,&quot;right&quot;:1.4110022783279419,&quot;top&quot;:2.573974609375},&quot;type&quot;:0},{&quot;id&quot;:&quot;2020-09-27T21:39:45&quot;,&quot;margin&quot;:{&quot;bottom&quot;:0.09673541784286499,&quot;left&quot;:13.405664443969727,&quot;right&quot;:1.4110022783279419,&quot;top&quot;:0.15541090071201324},&quot;type&quot;:0}],&quot;type&quot;:0},{&quot;id&quot;:&quot;2020-09-27T21:39:45&quot;,&quot;margin&quot;:{&quot;bottom&quot;:2.5739796161651611,&quot;left&quot;:13.405664443969727,&quot;right&quot;:1.4110022783279419,&quot;top&quot;:0.083181090652942657},&quot;type&quot;:0}],&quot;type&quot;:0}"/>
  <p:tag name="KSO_WM_SLIDE_BK_DARK_LIGHT" val="2"/>
  <p:tag name="KSO_WM_SLIDE_BACKGROUND_TYPE" val="general"/>
  <p:tag name="KSO_WM_SLIDE_SUPPORT_FEATURE_TYPE" val="0"/>
  <p:tag name="KSO_WM_TEMPLATE_ASSEMBLE_XID" val="5f7096040ff15d9a40ec0e22"/>
  <p:tag name="KSO_WM_TEMPLATE_ASSEMBLE_GROUPID" val="5f7096040ff15d9a40ec0e22"/>
  <p:tag name="KSO_WM_SPECIAL_SOURCE" val="bdnull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0"/>
  <p:tag name="KSO_WM_UNIT_ID" val="diagram20181976_2*i*0"/>
  <p:tag name="KSO_WM_TEMPLATE_CATEGORY" val="diagram"/>
  <p:tag name="KSO_WM_TEMPLATE_INDEX" val="20181976"/>
  <p:tag name="KSO_WM_UNIT_LAYERLEVEL" val="1"/>
  <p:tag name="KSO_WM_TAG_VERSION" val="1.0"/>
  <p:tag name="KSO_WM_BEAUTIFY_FLAG" val="#wm#"/>
  <p:tag name="KSO_WM_UNIT_LINE_FORE_SCHEMECOLOR_INDEX" val="10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20181976_2*m_i*1_1"/>
  <p:tag name="KSO_WM_TEMPLATE_CATEGORY" val="diagram"/>
  <p:tag name="KSO_WM_TEMPLATE_INDEX" val="20181976"/>
  <p:tag name="KSO_WM_UNIT_LAYERLEVEL" val="1_1"/>
  <p:tag name="KSO_WM_TAG_VERSION" val="1.0"/>
  <p:tag name="KSO_WM_BEAUTIFY_FLAG" val="#wm#"/>
  <p:tag name="KSO_WM_UNIT_FILL_FORE_SCHEMECOLOR_INDEX" val="5"/>
  <p:tag name="KSO_WM_UNIT_FILL_TYPE" val="1"/>
  <p:tag name="KSO_WM_UNIT_LINE_FORE_SCHEMECOLOR_INDEX" val="10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2"/>
  <p:tag name="KSO_WM_UNIT_ID" val="diagram20181976_2*m_i*1_2"/>
  <p:tag name="KSO_WM_TEMPLATE_CATEGORY" val="diagram"/>
  <p:tag name="KSO_WM_TEMPLATE_INDEX" val="20181976"/>
  <p:tag name="KSO_WM_UNIT_LAYERLEVEL" val="1_1"/>
  <p:tag name="KSO_WM_TAG_VERSION" val="1.0"/>
  <p:tag name="KSO_WM_BEAUTIFY_FLAG" val="#wm#"/>
  <p:tag name="KSO_WM_UNIT_LINE_FORE_SCHEMECOLOR_INDEX" val="10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3"/>
  <p:tag name="KSO_WM_UNIT_ID" val="diagram20181976_2*m_i*1_3"/>
  <p:tag name="KSO_WM_TEMPLATE_CATEGORY" val="diagram"/>
  <p:tag name="KSO_WM_TEMPLATE_INDEX" val="20181976"/>
  <p:tag name="KSO_WM_UNIT_LAYERLEVEL" val="1_1"/>
  <p:tag name="KSO_WM_TAG_VERSION" val="1.0"/>
  <p:tag name="KSO_WM_BEAUTIFY_FLAG" val="#wm#"/>
  <p:tag name="KSO_WM_UNIT_LINE_FORE_SCHEMECOLOR_INDEX" val="10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4"/>
  <p:tag name="KSO_WM_UNIT_ID" val="diagram20181976_2*m_i*1_4"/>
  <p:tag name="KSO_WM_TEMPLATE_CATEGORY" val="diagram"/>
  <p:tag name="KSO_WM_TEMPLATE_INDEX" val="20181976"/>
  <p:tag name="KSO_WM_UNIT_LAYERLEVEL" val="1_1"/>
  <p:tag name="KSO_WM_TAG_VERSION" val="1.0"/>
  <p:tag name="KSO_WM_BEAUTIFY_FLAG" val="#wm#"/>
  <p:tag name="KSO_WM_UNIT_LINE_FORE_SCHEMECOLOR_INDEX" val="10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5"/>
  <p:tag name="KSO_WM_UNIT_ID" val="diagram20181976_2*m_i*1_5"/>
  <p:tag name="KSO_WM_TEMPLATE_CATEGORY" val="diagram"/>
  <p:tag name="KSO_WM_TEMPLATE_INDEX" val="20181976"/>
  <p:tag name="KSO_WM_UNIT_LAYERLEVEL" val="1_1"/>
  <p:tag name="KSO_WM_TAG_VERSION" val="1.0"/>
  <p:tag name="KSO_WM_BEAUTIFY_FLAG" val="#wm#"/>
  <p:tag name="KSO_WM_UNIT_LINE_FORE_SCHEMECOLOR_INDEX" val="10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6"/>
  <p:tag name="KSO_WM_UNIT_ID" val="diagram20181976_2*m_i*1_6"/>
  <p:tag name="KSO_WM_TEMPLATE_CATEGORY" val="diagram"/>
  <p:tag name="KSO_WM_TEMPLATE_INDEX" val="20181976"/>
  <p:tag name="KSO_WM_UNIT_LAYERLEVEL" val="1_1"/>
  <p:tag name="KSO_WM_TAG_VERSION" val="1.0"/>
  <p:tag name="KSO_WM_BEAUTIFY_FLAG" val="#wm#"/>
  <p:tag name="KSO_WM_UNIT_LINE_FORE_SCHEMECOLOR_INDEX" val="10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7"/>
  <p:tag name="KSO_WM_UNIT_ID" val="diagram20181976_2*m_i*1_7"/>
  <p:tag name="KSO_WM_TEMPLATE_CATEGORY" val="diagram"/>
  <p:tag name="KSO_WM_TEMPLATE_INDEX" val="20181976"/>
  <p:tag name="KSO_WM_UNIT_LAYERLEVEL" val="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81976_2*m_h_i*1_1_1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181976_2*m_h_i*1_1_2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181976_2*m_h_i*1_1_3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4"/>
  <p:tag name="KSO_WM_UNIT_ID" val="diagram20181976_2*m_h_i*1_1_4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5"/>
  <p:tag name="KSO_WM_UNIT_ID" val="diagram20181976_2*m_h_i*1_1_5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181976_2*m_h_i*1_2_1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181976_2*m_h_i*1_2_2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181976_2*m_h_i*1_2_3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181976_2*m_h_i*1_2_4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5"/>
  <p:tag name="KSO_WM_UNIT_ID" val="diagram20181976_2*m_h_i*1_2_5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181976_2*m_h_i*1_3_1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FILL_FORE_SCHEMECOLOR_INDEX" val="9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181976_2*m_h_i*1_3_2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FILL_FORE_SCHEMECOLOR_INDEX" val="9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20181976_2*m_h_i*1_3_3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4"/>
  <p:tag name="KSO_WM_UNIT_ID" val="diagram20181976_2*m_h_i*1_3_4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5"/>
  <p:tag name="KSO_WM_UNIT_ID" val="diagram20181976_2*m_h_i*1_3_5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FILL_FORE_SCHEMECOLOR_INDEX" val="9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326.xml><?xml version="1.0" encoding="utf-8"?>
<p:tagLst xmlns:p="http://schemas.openxmlformats.org/presentationml/2006/main">
  <p:tag name="KSO_WM_UNIT_ISCONTENTS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a"/>
  <p:tag name="KSO_WM_UNIT_INDEX" val="1"/>
  <p:tag name="KSO_WM_UNIT_ID" val="diagram20181976_2*a*1"/>
  <p:tag name="KSO_WM_TEMPLATE_CATEGORY" val="diagram"/>
  <p:tag name="KSO_WM_TEMPLATE_INDEX" val="20181976"/>
  <p:tag name="KSO_WM_UNIT_LAYERLEVEL" val="1"/>
  <p:tag name="KSO_WM_TAG_VERSION" val="1.0"/>
  <p:tag name="KSO_WM_BEAUTIFY_FLAG" val="#wm#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327.xml><?xml version="1.0" encoding="utf-8"?>
<p:tagLst xmlns:p="http://schemas.openxmlformats.org/presentationml/2006/main">
  <p:tag name="KSO_WM_UNIT_NOCLEAR" val="0"/>
  <p:tag name="KSO_WM_UNIT_VALUE" val="10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f"/>
  <p:tag name="KSO_WM_UNIT_INDEX" val="1"/>
  <p:tag name="KSO_WM_UNIT_ID" val="diagram20181976_2*f*1"/>
  <p:tag name="KSO_WM_TEMPLATE_CATEGORY" val="diagram"/>
  <p:tag name="KSO_WM_TEMPLATE_INDEX" val="20181976"/>
  <p:tag name="KSO_WM_UNIT_LAYERLEVEL" val="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32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81976_2*m_h_f*1_1_1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PRESET_TEXT" val="单击此处添加文本"/>
  <p:tag name="KSO_WM_UNIT_TEXT_FILL_FORE_SCHEMECOLOR_INDEX" val="2"/>
  <p:tag name="KSO_WM_UNIT_TEXT_FILL_TYPE" val="1"/>
  <p:tag name="KSO_WM_UNIT_USESOURCEFORMAT_APPLY" val="1"/>
</p:tagLst>
</file>

<file path=ppt/tags/tag329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181976_2*m_h_f*1_2_1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PRESET_TEXT" val="单击此处添加文本"/>
  <p:tag name="KSO_WM_UNIT_TEXT_FILL_FORE_SCHEMECOLOR_INDEX" val="2"/>
  <p:tag name="KSO_WM_UNIT_TEXT_FILL_TYPE" val="1"/>
  <p:tag name="KSO_WM_UNIT_USESOURCEFORMAT_APPLY" val="1"/>
</p:tagLst>
</file>

<file path=ppt/tags/tag33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181976_2*m_h_f*1_3_1"/>
  <p:tag name="KSO_WM_TEMPLATE_CATEGORY" val="diagram"/>
  <p:tag name="KSO_WM_TEMPLATE_INDEX" val="20181976"/>
  <p:tag name="KSO_WM_UNIT_LAYERLEVEL" val="1_1_1"/>
  <p:tag name="KSO_WM_TAG_VERSION" val="1.0"/>
  <p:tag name="KSO_WM_BEAUTIFY_FLAG" val="#wm#"/>
  <p:tag name="KSO_WM_UNIT_PRESET_TEXT" val="单击此处添加文本"/>
  <p:tag name="KSO_WM_UNIT_TEXT_FILL_FORE_SCHEMECOLOR_INDEX" val="2"/>
  <p:tag name="KSO_WM_UNIT_TEXT_FILL_TYPE" val="1"/>
  <p:tag name="KSO_WM_UNIT_USESOURCEFORMAT_APPLY" val="1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600_1*i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332.xml><?xml version="1.0" encoding="utf-8"?>
<p:tagLst xmlns:p="http://schemas.openxmlformats.org/presentationml/2006/main">
  <p:tag name="KSO_WM_SLIDE_ID" val="diagram20181976_2"/>
  <p:tag name="KSO_WM_TEMPLATE_SUBCATEGORY" val="0"/>
  <p:tag name="KSO_WM_TEMPLATE_MASTER_TYPE" val="0"/>
  <p:tag name="KSO_WM_TEMPLATE_COLOR_TYPE" val="1"/>
  <p:tag name="KSO_WM_SLIDE_TYPE" val="text"/>
  <p:tag name="KSO_WM_SLIDE_SUBTYPE" val="diag"/>
  <p:tag name="KSO_WM_SLIDE_ITEM_CNT" val="3"/>
  <p:tag name="KSO_WM_SLIDE_INDEX" val="2"/>
  <p:tag name="KSO_WM_SLIDE_SIZE" val="918.113*362.72"/>
  <p:tag name="KSO_WM_SLIDE_POSITION" val="41.8865*148.373"/>
  <p:tag name="KSO_WM_DIAGRAM_GROUP_CODE" val="m1-1"/>
  <p:tag name="KSO_WM_SLIDE_DIAGTYPE" val="m"/>
  <p:tag name="KSO_WM_TAG_VERSION" val="1.0"/>
  <p:tag name="KSO_WM_BEAUTIFY_FLAG" val="#wm#"/>
  <p:tag name="KSO_WM_TEMPLATE_CATEGORY" val="diagram"/>
  <p:tag name="KSO_WM_TEMPLATE_INDEX" val="20181976"/>
  <p:tag name="KSO_WM_SLIDE_LAYOUT" val="a_f_m"/>
  <p:tag name="KSO_WM_SLIDE_LAYOUT_CNT" val="1_2_1"/>
  <p:tag name="KSO_WM_SPECIAL_SOURCE" val="bdnull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3"/>
  <p:tag name="KSO_WM_UNIT_ID" val="diagram20185755_2*r_i*1_3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8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5"/>
  <p:tag name="KSO_WM_UNIT_ID" val="diagram20185755_2*r_i*1_5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LINE_FORE_SCHEMECOLOR_INDEX" val="13"/>
  <p:tag name="KSO_WM_UNIT_LINE_FILL_TYPE" val="2"/>
  <p:tag name="KSO_WM_UNIT_USESOURCEFORMAT_APPLY" val="1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1"/>
  <p:tag name="KSO_WM_UNIT_ID" val="diagram20185755_2*r_i*1_1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2"/>
  <p:tag name="KSO_WM_UNIT_ID" val="diagram20185755_2*r_i*1_2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7.xml><?xml version="1.0" encoding="utf-8"?>
<p:tagLst xmlns:p="http://schemas.openxmlformats.org/presentationml/2006/main">
  <p:tag name="KSO_WM_UNIT_NOCLEAR" val="0"/>
  <p:tag name="KSO_WM_UNIT_SHOW_EDIT_AREA_INDICATION" val="0"/>
  <p:tag name="KSO_WM_UNIT_VALUE" val="5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t"/>
  <p:tag name="KSO_WM_UNIT_INDEX" val="1_1"/>
  <p:tag name="KSO_WM_UNIT_ID" val="diagram20185755_2*r_t*1_1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添加标题"/>
  <p:tag name="KSO_WM_UNIT_TEXT_FILL_FORE_SCHEMECOLOR_INDEX" val="14"/>
  <p:tag name="KSO_WM_UNIT_TEXT_FILL_TYPE" val="1"/>
  <p:tag name="KSO_WM_UNIT_USESOURCEFORMAT_APPLY" val="1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4"/>
  <p:tag name="KSO_WM_UNIT_ID" val="diagram20185755_2*r_i*1_4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8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9.xml><?xml version="1.0" encoding="utf-8"?>
<p:tagLst xmlns:p="http://schemas.openxmlformats.org/presentationml/2006/main">
  <p:tag name="KSO_WM_UNIT_NOCLEAR" val="0"/>
  <p:tag name="KSO_WM_UNIT_SHOW_EDIT_AREA_INDICATION" val="0"/>
  <p:tag name="KSO_WM_UNIT_VALUE" val="5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t"/>
  <p:tag name="KSO_WM_UNIT_INDEX" val="1_2"/>
  <p:tag name="KSO_WM_UNIT_ID" val="diagram20185755_2*r_t*1_2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添加标题"/>
  <p:tag name="KSO_WM_UNIT_TEXT_FILL_FORE_SCHEMECOLOR_INDEX" val="14"/>
  <p:tag name="KSO_WM_UNIT_TEXT_FILL_TYPE" val="1"/>
  <p:tag name="KSO_WM_UNIT_USESOURCEFORMAT_APPLY" val="1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6"/>
  <p:tag name="KSO_WM_UNIT_ID" val="diagram20185755_2*r_i*1_6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TEXT_FILL_FORE_SCHEMECOLOR_INDEX" val="2"/>
  <p:tag name="KSO_WM_UNIT_TEXT_FILL_TYPE" val="1"/>
  <p:tag name="KSO_WM_UNIT_USESOURCEFORMAT_APPLY" val="1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7"/>
  <p:tag name="KSO_WM_UNIT_ID" val="diagram20185755_2*r_i*1_7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TEXT_FILL_FORE_SCHEMECOLOR_INDEX" val="2"/>
  <p:tag name="KSO_WM_UNIT_TEXT_FILL_TYPE" val="1"/>
  <p:tag name="KSO_WM_UNIT_USESOURCEFORMAT_APPLY" val="1"/>
</p:tagLst>
</file>

<file path=ppt/tags/tag342.xml><?xml version="1.0" encoding="utf-8"?>
<p:tagLst xmlns:p="http://schemas.openxmlformats.org/presentationml/2006/main">
  <p:tag name="KSO_WM_UNIT_NOCLEAR" val="0"/>
  <p:tag name="KSO_WM_UNIT_SHOW_EDIT_AREA_INDICATION" val="0"/>
  <p:tag name="KSO_WM_UNIT_VALUE" val="15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v"/>
  <p:tag name="KSO_WM_UNIT_INDEX" val="1_1"/>
  <p:tag name="KSO_WM_UNIT_ID" val="diagram20185755_2*r_v*1_1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文本具体内容"/>
  <p:tag name="KSO_WM_UNIT_TEXT_FILL_FORE_SCHEMECOLOR_INDEX" val="13"/>
  <p:tag name="KSO_WM_UNIT_TEXT_FILL_TYPE" val="1"/>
  <p:tag name="KSO_WM_UNIT_USESOURCEFORMAT_APPLY" val="1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8"/>
  <p:tag name="KSO_WM_UNIT_ID" val="diagram20185755_2*r_i*1_8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TEXT_FILL_FORE_SCHEMECOLOR_INDEX" val="2"/>
  <p:tag name="KSO_WM_UNIT_TEXT_FILL_TYPE" val="1"/>
  <p:tag name="KSO_WM_UNIT_USESOURCEFORMAT_APPLY" val="1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9"/>
  <p:tag name="KSO_WM_UNIT_ID" val="diagram20185755_2*r_i*1_9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TEXT_FILL_FORE_SCHEMECOLOR_INDEX" val="2"/>
  <p:tag name="KSO_WM_UNIT_TEXT_FILL_TYPE" val="1"/>
  <p:tag name="KSO_WM_UNIT_USESOURCEFORMAT_APPLY" val="1"/>
</p:tagLst>
</file>

<file path=ppt/tags/tag345.xml><?xml version="1.0" encoding="utf-8"?>
<p:tagLst xmlns:p="http://schemas.openxmlformats.org/presentationml/2006/main">
  <p:tag name="KSO_WM_UNIT_NOCLEAR" val="0"/>
  <p:tag name="KSO_WM_UNIT_SHOW_EDIT_AREA_INDICATION" val="0"/>
  <p:tag name="KSO_WM_UNIT_VALUE" val="15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v"/>
  <p:tag name="KSO_WM_UNIT_INDEX" val="1_3"/>
  <p:tag name="KSO_WM_UNIT_ID" val="diagram20185755_2*r_v*1_3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文本具体内容"/>
  <p:tag name="KSO_WM_UNIT_TEXT_FILL_FORE_SCHEMECOLOR_INDEX" val="13"/>
  <p:tag name="KSO_WM_UNIT_TEXT_FILL_TYPE" val="1"/>
  <p:tag name="KSO_WM_UNIT_USESOURCEFORMAT_APPLY" val="1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10"/>
  <p:tag name="KSO_WM_UNIT_ID" val="diagram20185755_2*r_i*1_10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8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11"/>
  <p:tag name="KSO_WM_UNIT_ID" val="diagram20185755_2*r_i*1_11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TEXT_FILL_FORE_SCHEMECOLOR_INDEX" val="2"/>
  <p:tag name="KSO_WM_UNIT_TEXT_FILL_TYPE" val="1"/>
  <p:tag name="KSO_WM_UNIT_USESOURCEFORMAT_APPLY" val="1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12"/>
  <p:tag name="KSO_WM_UNIT_ID" val="diagram20185755_2*r_i*1_12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8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13"/>
  <p:tag name="KSO_WM_UNIT_ID" val="diagram20185755_2*r_i*1_13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TEXT_FILL_FORE_SCHEMECOLOR_INDEX" val="2"/>
  <p:tag name="KSO_WM_UNIT_TEXT_FILL_TYPE" val="1"/>
  <p:tag name="KSO_WM_UNIT_USESOURCEFORMAT_APPLY" val="1"/>
</p:tagLst>
</file>

<file path=ppt/tags/tag350.xml><?xml version="1.0" encoding="utf-8"?>
<p:tagLst xmlns:p="http://schemas.openxmlformats.org/presentationml/2006/main">
  <p:tag name="KSO_WM_UNIT_NOCLEAR" val="0"/>
  <p:tag name="KSO_WM_UNIT_SHOW_EDIT_AREA_INDICATION" val="0"/>
  <p:tag name="KSO_WM_UNIT_VALUE" val="15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v"/>
  <p:tag name="KSO_WM_UNIT_INDEX" val="1_2"/>
  <p:tag name="KSO_WM_UNIT_ID" val="diagram20185755_2*r_v*1_2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文本具体内容"/>
  <p:tag name="KSO_WM_UNIT_TEXT_FILL_FORE_SCHEMECOLOR_INDEX" val="13"/>
  <p:tag name="KSO_WM_UNIT_TEXT_FILL_TYPE" val="1"/>
  <p:tag name="KSO_WM_UNIT_USESOURCEFORMAT_APPLY" val="1"/>
</p:tagLst>
</file>

<file path=ppt/tags/tag351.xml><?xml version="1.0" encoding="utf-8"?>
<p:tagLst xmlns:p="http://schemas.openxmlformats.org/presentationml/2006/main">
  <p:tag name="KSO_WM_UNIT_NOCLEAR" val="0"/>
  <p:tag name="KSO_WM_UNIT_SHOW_EDIT_AREA_INDICATION" val="0"/>
  <p:tag name="KSO_WM_UNIT_VALUE" val="15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v"/>
  <p:tag name="KSO_WM_UNIT_INDEX" val="1_4"/>
  <p:tag name="KSO_WM_UNIT_ID" val="diagram20185755_2*r_v*1_4"/>
  <p:tag name="KSO_WM_TEMPLATE_CATEGORY" val="diagram"/>
  <p:tag name="KSO_WM_TEMPLATE_INDEX" val="20185755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文本具体内容"/>
  <p:tag name="KSO_WM_UNIT_TEXT_FILL_FORE_SCHEMECOLOR_INDEX" val="13"/>
  <p:tag name="KSO_WM_UNIT_TEXT_FILL_TYPE" val="1"/>
  <p:tag name="KSO_WM_UNIT_USESOURCEFORMAT_APPLY" val="1"/>
</p:tagLst>
</file>

<file path=ppt/tags/tag352.xml><?xml version="1.0" encoding="utf-8"?>
<p:tagLst xmlns:p="http://schemas.openxmlformats.org/presentationml/2006/main">
  <p:tag name="KSO_WM_UNIT_ISCONTENTSTITLE" val="0"/>
  <p:tag name="KSO_WM_UNIT_NOCLEAR" val="0"/>
  <p:tag name="KSO_WM_UNIT_SHOW_EDIT_AREA_INDICATION" val="0"/>
  <p:tag name="KSO_WM_UNIT_VALUE" val="9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a"/>
  <p:tag name="KSO_WM_UNIT_INDEX" val="1"/>
  <p:tag name="KSO_WM_UNIT_ID" val="diagram20185755_2*a*1"/>
  <p:tag name="KSO_WM_TEMPLATE_CATEGORY" val="diagram"/>
  <p:tag name="KSO_WM_TEMPLATE_INDEX" val="20185755"/>
  <p:tag name="KSO_WM_UNIT_LAYERLEVEL" val="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600_1*i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354.xml><?xml version="1.0" encoding="utf-8"?>
<p:tagLst xmlns:p="http://schemas.openxmlformats.org/presentationml/2006/main">
  <p:tag name="KSO_WM_SLIDE_ID" val="diagram20185755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2"/>
  <p:tag name="KSO_WM_TEMPLATE_MASTER_THUMB_INDEX" val="0"/>
  <p:tag name="KSO_WM_UNIT_SHOW_EDIT_AREA_INDICATION" val="0"/>
  <p:tag name="KSO_WM_SLIDE_SIZE" val="692.207*302"/>
  <p:tag name="KSO_WM_SLIDE_POSITION" val="94.4931*170"/>
  <p:tag name="KSO_WM_DIAGRAM_GROUP_CODE" val="r1-1"/>
  <p:tag name="KSO_WM_SLIDE_DIAGTYPE" val="r"/>
  <p:tag name="KSO_WM_TAG_VERSION" val="1.0"/>
  <p:tag name="KSO_WM_BEAUTIFY_FLAG" val="#wm#"/>
  <p:tag name="KSO_WM_TEMPLATE_CATEGORY" val="diagram"/>
  <p:tag name="KSO_WM_TEMPLATE_INDEX" val="20185755"/>
  <p:tag name="KSO_WM_SLIDE_LAYOUT" val="a_r"/>
  <p:tag name="KSO_WM_SLIDE_LAYOUT_CNT" val="1_1"/>
  <p:tag name="KSO_WM_SPECIAL_SOURCE" val="bdnull"/>
</p:tagLst>
</file>

<file path=ppt/tags/tag355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846_1*a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846_1*i*2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846_1*i*3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0846_1*i*4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0846_1*i*5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0846_1*i*6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0846_1*i*7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SLIDE_ID" val="diagram20200846_1"/>
  <p:tag name="KSO_WM_TEMPLATE_SUBCATEGORY" val="15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00846"/>
  <p:tag name="KSO_WM_SLIDE_LAYOUT" val="a_f"/>
  <p:tag name="KSO_WM_SLIDE_LAYOUT_CNT" val="1_1"/>
  <p:tag name="KSO_WM_SLIDE_TYPE" val="text"/>
  <p:tag name="KSO_WM_SLIDE_SUBTYPE" val="pureTxt"/>
  <p:tag name="KSO_WM_SLIDE_SIZE" val="886*452"/>
  <p:tag name="KSO_WM_SLIDE_POSITION" val="37*37"/>
  <p:tag name="KSO_WM_SPECIAL_SOURCE" val="bdnull"/>
</p:tagLst>
</file>

<file path=ppt/tags/tag364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846_1*a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846_1*i*2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846_1*i*3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0846_1*i*4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0846_1*i*5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0846_1*i*6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0846_1*i*7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SLIDE_ID" val="diagram20200846_1"/>
  <p:tag name="KSO_WM_TEMPLATE_SUBCATEGORY" val="15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00846"/>
  <p:tag name="KSO_WM_SLIDE_LAYOUT" val="a_f"/>
  <p:tag name="KSO_WM_SLIDE_LAYOUT_CNT" val="1_1"/>
  <p:tag name="KSO_WM_SLIDE_TYPE" val="text"/>
  <p:tag name="KSO_WM_SLIDE_SUBTYPE" val="pureTxt"/>
  <p:tag name="KSO_WM_SLIDE_SIZE" val="886*452"/>
  <p:tag name="KSO_WM_SLIDE_POSITION" val="37*37"/>
  <p:tag name="KSO_WM_SPECIAL_SOURCE" val="bdnull"/>
</p:tagLst>
</file>

<file path=ppt/tags/tag373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846_1*a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846_1*i*2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846_1*i*3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0846_1*i*4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0846_1*i*5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0846_1*i*6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0846_1*i*7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SLIDE_ID" val="diagram20200846_1"/>
  <p:tag name="KSO_WM_TEMPLATE_SUBCATEGORY" val="15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00846"/>
  <p:tag name="KSO_WM_SLIDE_LAYOUT" val="a_f"/>
  <p:tag name="KSO_WM_SLIDE_LAYOUT_CNT" val="1_1"/>
  <p:tag name="KSO_WM_SLIDE_TYPE" val="text"/>
  <p:tag name="KSO_WM_SLIDE_SUBTYPE" val="pureTxt"/>
  <p:tag name="KSO_WM_SLIDE_SIZE" val="886*452"/>
  <p:tag name="KSO_WM_SLIDE_POSITION" val="37*37"/>
  <p:tag name="KSO_WM_SPECIAL_SOURCE" val="bdnull"/>
</p:tagLst>
</file>

<file path=ppt/tags/tag382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846_1*a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846_1*i*2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846_1*i*3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0846_1*i*4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0846_1*i*5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0846_1*i*6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0846_1*i*7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SLIDE_ID" val="diagram20200846_1"/>
  <p:tag name="KSO_WM_TEMPLATE_SUBCATEGORY" val="15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00846"/>
  <p:tag name="KSO_WM_SLIDE_LAYOUT" val="a_f"/>
  <p:tag name="KSO_WM_SLIDE_LAYOUT_CNT" val="1_1"/>
  <p:tag name="KSO_WM_SLIDE_TYPE" val="text"/>
  <p:tag name="KSO_WM_SLIDE_SUBTYPE" val="pureTxt"/>
  <p:tag name="KSO_WM_SLIDE_SIZE" val="886*452"/>
  <p:tag name="KSO_WM_SLIDE_POSITION" val="37*37"/>
  <p:tag name="KSO_WM_SPECIAL_SOURCE" val="bdnull"/>
</p:tagLst>
</file>

<file path=ppt/tags/tag391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846_1*a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846_1*i*2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PRESET_TEXT" val="点击此处添加正文，文字是您思想的提炼，为了演示发布的良好效果，请言简意赅的阐述您的观点。您的正文已经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"/>
  <p:tag name="KSO_WM_UNIT_NOCLEAR" val="0"/>
  <p:tag name="KSO_WM_UNIT_VALUE" val="29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846_1*f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846_1*i*3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0846_1*i*4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0846_1*i*5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0846_1*i*6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0846_1*i*7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SLIDE_ID" val="diagram20200846_1"/>
  <p:tag name="KSO_WM_TEMPLATE_SUBCATEGORY" val="15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00846"/>
  <p:tag name="KSO_WM_SLIDE_LAYOUT" val="a_f"/>
  <p:tag name="KSO_WM_SLIDE_LAYOUT_CNT" val="1_1"/>
  <p:tag name="KSO_WM_SLIDE_TYPE" val="text"/>
  <p:tag name="KSO_WM_SLIDE_SUBTYPE" val="pureTxt"/>
  <p:tag name="KSO_WM_SLIDE_SIZE" val="886*452"/>
  <p:tag name="KSO_WM_SLIDE_POSITION" val="37*37"/>
  <p:tag name="KSO_WM_SPECIAL_SOURCE" val="bdnull"/>
</p:tagLst>
</file>

<file path=ppt/tags/tag401.xml><?xml version="1.0" encoding="utf-8"?>
<p:tagLst xmlns:p="http://schemas.openxmlformats.org/presentationml/2006/main">
  <p:tag name="KSO_WM_UNIT_CHART_COLOR_TABLE_INDEX" val="0"/>
  <p:tag name="KSO_WM_UNIT_CHART_SERIES_MAJOR_INDEX" val="1"/>
  <p:tag name="KSO_WM_UNIT_CHART_SERIES_MINOR_INDEXES" val="0"/>
  <p:tag name="KSO_WM_UNIT_CHART_SERIES_ATTACHED_FORMULA_TYPE" val="2"/>
  <p:tag name="KSO_WM_UNIT_CHART_DATALABEL_VISIBLE" val="1"/>
  <p:tag name="KSO_WM_UNIT_CHART_DATALABEL_POSITION" val="1"/>
  <p:tag name="KSO_WM_UNIT_CHART_EMPHASIZE_MODE" val="0"/>
  <p:tag name="KSO_WM_UNIT_CHART_SERIES_COUNT_MODIFIABLE" val="0"/>
  <p:tag name="KSO_WM_UNIT_CHART_THEME_COLOR_TABLE" val="0,FFFFFF,44546A,E7E6E6,32AB9F,F2F2F2,84C4C6,386AA2,F2F2F2,FF9900;808080,F2F2F2,D6DCE5,D1CFCF,D2F2EF,DADADA,E6F3F4,D4E1F0,DADADA,FFEBCC;595959,D9D9D9,ADBACB,AFACAC,A6E5DE,B5B5B5,CEE7E8,A8C3E1,B5B5B5,FFD899;404040,BFBFBF,8497B0,767171,79D8CE,797979,B5DCDD,7DA5D2,797979,FFC467;262626,A6A6A6,333F50,3B3939,268177,3C3C3C,4EA6A9,2A4F7A,3C3C3C,C07500;D0D0D,808080,222A35,181717,195650,181818,346F71,1C3551,181818,804E00"/>
  <p:tag name="KSO_WM_UNIT_DIAGRAM_MODELTYPE" val="smartChart"/>
  <p:tag name="KSO_WM_UNIT_SMART_CHART_SUBTYPE" val="b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α"/>
  <p:tag name="KSO_WM_UNIT_INDEX" val="1_1_1"/>
  <p:tag name="KSO_WM_UNIT_ID" val="diagram20200893_1*ζ_h_α*1_1_1"/>
  <p:tag name="KSO_WM_TEMPLATE_CATEGORY" val="diagram"/>
  <p:tag name="KSO_WM_TEMPLATE_INDEX" val="20200893"/>
  <p:tag name="KSO_WM_UNIT_LAYERLEVEL" val="1_1_1"/>
  <p:tag name="KSO_WM_TAG_VERSION" val="1.0"/>
  <p:tag name="KSO_WM_BEAUTIFY_FLAG" val="#wm#"/>
  <p:tag name="KSO_WM_UNIT_USESOURCEFORMAT_APPLY" val="1"/>
</p:tagLst>
</file>

<file path=ppt/tags/tag402.xml><?xml version="1.0" encoding="utf-8"?>
<p:tagLst xmlns:p="http://schemas.openxmlformats.org/presentationml/2006/main">
  <p:tag name="KSO_WM_UNIT_ISCONTENTSTITLE" val="0"/>
  <p:tag name="KSO_WM_UNIT_PRESET_TEXT" val="单击此处添加大标题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a"/>
  <p:tag name="KSO_WM_UNIT_INDEX" val="1"/>
  <p:tag name="KSO_WM_UNIT_ID" val="diagram20200893_1*a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403.xml><?xml version="1.0" encoding="utf-8"?>
<p:tagLst xmlns:p="http://schemas.openxmlformats.org/presentationml/2006/main">
  <p:tag name="KSO_WM_UNIT_SMART_CHART_SUBTYPE" val="b"/>
  <p:tag name="KSO_WM_UNIT_CHART_COLOR_TABLE_INDEX" val="0"/>
  <p:tag name="KSO_WM_UNIT_CHART_EMPHASIZE_HAT" val="0"/>
  <p:tag name="KSO_WM_UNIT_CHART_COMPONENT_FLAG" val="0"/>
  <p:tag name="KSO_WM_UNIT_PRESET_TEXT" val="0.6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f"/>
  <p:tag name="KSO_WM_UNIT_INDEX" val="2"/>
  <p:tag name="KSO_WM_UNIT_ID" val="diagram20200893_1*f*2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USESOURCEFORMAT_APPLY" val="1"/>
</p:tagLst>
</file>

<file path=ppt/tags/tag404.xml><?xml version="1.0" encoding="utf-8"?>
<p:tagLst xmlns:p="http://schemas.openxmlformats.org/presentationml/2006/main">
  <p:tag name="KSO_WM_UNIT_CHART_FILL_PICTURE" val="0"/>
  <p:tag name="KSO_WM_UNIT_CHART_COLOR_ROWS" val="0,0,0,0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200893_1*i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405.xml><?xml version="1.0" encoding="utf-8"?>
<p:tagLst xmlns:p="http://schemas.openxmlformats.org/presentationml/2006/main">
  <p:tag name="KSO_WM_UNIT_CHART_EMPHASIZE_BODY" val="0"/>
  <p:tag name="KSO_WM_UNIT_CHART_COMPONENT_FLAG" val="0"/>
</p:tagLst>
</file>

<file path=ppt/tags/tag406.xml><?xml version="1.0" encoding="utf-8"?>
<p:tagLst xmlns:p="http://schemas.openxmlformats.org/presentationml/2006/main">
  <p:tag name="KSO_WM_UNIT_CHART_COMPARISON_MODE" val="0"/>
  <p:tag name="KSO_WM_UNIT_CHART_COMPARISON_MIN_SIZE" val="110"/>
</p:tagLst>
</file>

<file path=ppt/tags/tag407.xml><?xml version="1.0" encoding="utf-8"?>
<p:tagLst xmlns:p="http://schemas.openxmlformats.org/presentationml/2006/main">
  <p:tag name="KSO_WM_UNIT_CHART_COMPONENT_FLAG" val="0"/>
  <p:tag name="KSO_WM_UNIT_TYPE" val="f"/>
</p:tagLst>
</file>

<file path=ppt/tags/tag408.xml><?xml version="1.0" encoding="utf-8"?>
<p:tagLst xmlns:p="http://schemas.openxmlformats.org/presentationml/2006/main">
  <p:tag name="KSO_WM_UNIT_CHART_COMPONENT_FLAG" val="0"/>
</p:tagLst>
</file>

<file path=ppt/tags/tag409.xml><?xml version="1.0" encoding="utf-8"?>
<p:tagLst xmlns:p="http://schemas.openxmlformats.org/presentationml/2006/main">
  <p:tag name="KSO_WM_UNIT_CHART_COMPONENT_FLAG" val="0"/>
</p:tagLst>
</file>

<file path=ppt/tags/tag410.xml><?xml version="1.0" encoding="utf-8"?>
<p:tagLst xmlns:p="http://schemas.openxmlformats.org/presentationml/2006/main">
  <p:tag name="KSO_WM_UNIT_CHART_COMPONENT_FLAG" val="0"/>
</p:tagLst>
</file>

<file path=ppt/tags/tag411.xml><?xml version="1.0" encoding="utf-8"?>
<p:tagLst xmlns:p="http://schemas.openxmlformats.org/presentationml/2006/main">
  <p:tag name="KSO_WM_UNIT_CHART_COMPONENT_FLAG" val="0"/>
</p:tagLst>
</file>

<file path=ppt/tags/tag412.xml><?xml version="1.0" encoding="utf-8"?>
<p:tagLst xmlns:p="http://schemas.openxmlformats.org/presentationml/2006/main">
  <p:tag name="KSO_WM_UNIT_CHART_COMPARISON_LINE_VERTICAL" val="1"/>
  <p:tag name="KSO_WM_UNIT_CHART_COMPONENT_FLAG" val="0"/>
</p:tagLst>
</file>

<file path=ppt/tags/tag413.xml><?xml version="1.0" encoding="utf-8"?>
<p:tagLst xmlns:p="http://schemas.openxmlformats.org/presentationml/2006/main">
  <p:tag name="KSO_WM_UNIT_CHART_COMPARISON_LINE_HORIZONTAL" val="0"/>
  <p:tag name="KSO_WM_UNIT_CHART_COMPONENT_FLAG" val="0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SLIDE_ID" val="diagram20200893_1"/>
  <p:tag name="KSO_WM_TEMPLATE_SUBCATEGORY" val="0"/>
  <p:tag name="KSO_WM_SLIDE_TYPE" val="text"/>
  <p:tag name="KSO_WM_SLIDE_SUBTYPE" val="diag"/>
  <p:tag name="KSO_WM_SLIDE_ITEM_CNT" val="1"/>
  <p:tag name="KSO_WM_SLIDE_INDEX" val="1"/>
  <p:tag name="KSO_WM_SLIDE_SIZE" val="719.687*368.75"/>
  <p:tag name="KSO_WM_SLIDE_POSITION" val="112.957*125.617"/>
  <p:tag name="KSO_WM_DIAGRAM_GROUP_CODE" val="ζ1-1"/>
  <p:tag name="KSO_WM_SLIDE_DIAGTYPE" val="ζ"/>
  <p:tag name="KSO_WM_TAG_VERSION" val="1.0"/>
  <p:tag name="KSO_WM_BEAUTIFY_FLAG" val="#wm#"/>
  <p:tag name="KSO_WM_TEMPLATE_CATEGORY" val="diagram"/>
  <p:tag name="KSO_WM_TEMPLATE_INDEX" val="20200893"/>
  <p:tag name="KSO_WM_SLIDE_LAYOUT" val="a_f_ζ"/>
  <p:tag name="KSO_WM_SLIDE_LAYOUT_CNT" val="1_2_1"/>
  <p:tag name="KSO_WM_SPECIAL_SOURCE" val="bdnull"/>
</p:tagLst>
</file>

<file path=ppt/tags/tag416.xml><?xml version="1.0" encoding="utf-8"?>
<p:tagLst xmlns:p="http://schemas.openxmlformats.org/presentationml/2006/main">
  <p:tag name="KSO_WM_UNIT_CHART_COLOR_TABLE_INDEX" val="0"/>
  <p:tag name="KSO_WM_UNIT_CHART_SERIES_MAJOR_INDEX" val="1"/>
  <p:tag name="KSO_WM_UNIT_CHART_SERIES_MINOR_INDEXES" val="0"/>
  <p:tag name="KSO_WM_UNIT_CHART_SERIES_ATTACHED_FORMULA_TYPE" val="2"/>
  <p:tag name="KSO_WM_UNIT_CHART_DATALABEL_VISIBLE" val="1"/>
  <p:tag name="KSO_WM_UNIT_CHART_DATALABEL_POSITION" val="1"/>
  <p:tag name="KSO_WM_UNIT_CHART_EMPHASIZE_MODE" val="0"/>
  <p:tag name="KSO_WM_UNIT_CHART_SERIES_COUNT_MODIFIABLE" val="0"/>
  <p:tag name="KSO_WM_UNIT_CHART_THEME_COLOR_TABLE" val="0,FFFFFF,44546A,E7E6E6,32AB9F,F2F2F2,84C4C6,386AA2,F2F2F2,FF9900;808080,F2F2F2,D6DCE5,D1CFCF,D2F2EF,DADADA,E6F3F4,D4E1F0,DADADA,FFEBCC;595959,D9D9D9,ADBACB,AFACAC,A6E5DE,B5B5B5,CEE7E8,A8C3E1,B5B5B5,FFD899;404040,BFBFBF,8497B0,767171,79D8CE,797979,B5DCDD,7DA5D2,797979,FFC467;262626,A6A6A6,333F50,3B3939,268177,3C3C3C,4EA6A9,2A4F7A,3C3C3C,C07500;D0D0D,808080,222A35,181717,195650,181818,346F71,1C3551,181818,804E00"/>
  <p:tag name="KSO_WM_UNIT_DIAGRAM_MODELTYPE" val="smartChart"/>
  <p:tag name="KSO_WM_UNIT_SMART_CHART_SUBTYPE" val="b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α"/>
  <p:tag name="KSO_WM_UNIT_INDEX" val="1_1_1"/>
  <p:tag name="KSO_WM_UNIT_ID" val="diagram20200893_1*ζ_h_α*1_1_1"/>
  <p:tag name="KSO_WM_TEMPLATE_CATEGORY" val="diagram"/>
  <p:tag name="KSO_WM_TEMPLATE_INDEX" val="20200893"/>
  <p:tag name="KSO_WM_UNIT_LAYERLEVEL" val="1_1_1"/>
  <p:tag name="KSO_WM_TAG_VERSION" val="1.0"/>
  <p:tag name="KSO_WM_BEAUTIFY_FLAG" val="#wm#"/>
  <p:tag name="KSO_WM_UNIT_USESOURCEFORMAT_APPLY" val="1"/>
</p:tagLst>
</file>

<file path=ppt/tags/tag417.xml><?xml version="1.0" encoding="utf-8"?>
<p:tagLst xmlns:p="http://schemas.openxmlformats.org/presentationml/2006/main">
  <p:tag name="KSO_WM_UNIT_ISCONTENTSTITLE" val="0"/>
  <p:tag name="KSO_WM_UNIT_PRESET_TEXT" val="单击此处添加大标题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a"/>
  <p:tag name="KSO_WM_UNIT_INDEX" val="1"/>
  <p:tag name="KSO_WM_UNIT_ID" val="diagram20200893_1*a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418.xml><?xml version="1.0" encoding="utf-8"?>
<p:tagLst xmlns:p="http://schemas.openxmlformats.org/presentationml/2006/main">
  <p:tag name="KSO_WM_UNIT_SMART_CHART_SUBTYPE" val="b"/>
  <p:tag name="KSO_WM_UNIT_CHART_COLOR_TABLE_INDEX" val="0"/>
  <p:tag name="KSO_WM_UNIT_CHART_EMPHASIZE_HAT" val="0"/>
  <p:tag name="KSO_WM_UNIT_CHART_COMPONENT_FLAG" val="0"/>
  <p:tag name="KSO_WM_UNIT_PRESET_TEXT" val="0.6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f"/>
  <p:tag name="KSO_WM_UNIT_INDEX" val="2"/>
  <p:tag name="KSO_WM_UNIT_ID" val="diagram20200893_1*f*2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USESOURCEFORMAT_APPLY" val="1"/>
</p:tagLst>
</file>

<file path=ppt/tags/tag419.xml><?xml version="1.0" encoding="utf-8"?>
<p:tagLst xmlns:p="http://schemas.openxmlformats.org/presentationml/2006/main">
  <p:tag name="KSO_WM_UNIT_CHART_FILL_PICTURE" val="0"/>
  <p:tag name="KSO_WM_UNIT_CHART_COLOR_ROWS" val="0,0,0,0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200893_1*i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420.xml><?xml version="1.0" encoding="utf-8"?>
<p:tagLst xmlns:p="http://schemas.openxmlformats.org/presentationml/2006/main">
  <p:tag name="KSO_WM_UNIT_CHART_EMPHASIZE_BODY" val="0"/>
  <p:tag name="KSO_WM_UNIT_CHART_COMPONENT_FLAG" val="0"/>
</p:tagLst>
</file>

<file path=ppt/tags/tag421.xml><?xml version="1.0" encoding="utf-8"?>
<p:tagLst xmlns:p="http://schemas.openxmlformats.org/presentationml/2006/main">
  <p:tag name="KSO_WM_UNIT_CHART_COMPARISON_MODE" val="0"/>
  <p:tag name="KSO_WM_UNIT_CHART_COMPARISON_MIN_SIZE" val="110"/>
</p:tagLst>
</file>

<file path=ppt/tags/tag422.xml><?xml version="1.0" encoding="utf-8"?>
<p:tagLst xmlns:p="http://schemas.openxmlformats.org/presentationml/2006/main">
  <p:tag name="KSO_WM_UNIT_CHART_COMPONENT_FLAG" val="0"/>
  <p:tag name="KSO_WM_UNIT_TYPE" val="f"/>
</p:tagLst>
</file>

<file path=ppt/tags/tag423.xml><?xml version="1.0" encoding="utf-8"?>
<p:tagLst xmlns:p="http://schemas.openxmlformats.org/presentationml/2006/main">
  <p:tag name="KSO_WM_UNIT_CHART_COMPONENT_FLAG" val="0"/>
</p:tagLst>
</file>

<file path=ppt/tags/tag424.xml><?xml version="1.0" encoding="utf-8"?>
<p:tagLst xmlns:p="http://schemas.openxmlformats.org/presentationml/2006/main">
  <p:tag name="KSO_WM_UNIT_CHART_COMPONENT_FLAG" val="0"/>
</p:tagLst>
</file>

<file path=ppt/tags/tag425.xml><?xml version="1.0" encoding="utf-8"?>
<p:tagLst xmlns:p="http://schemas.openxmlformats.org/presentationml/2006/main">
  <p:tag name="KSO_WM_UNIT_CHART_COMPONENT_FLAG" val="0"/>
</p:tagLst>
</file>

<file path=ppt/tags/tag426.xml><?xml version="1.0" encoding="utf-8"?>
<p:tagLst xmlns:p="http://schemas.openxmlformats.org/presentationml/2006/main">
  <p:tag name="KSO_WM_UNIT_CHART_COMPONENT_FLAG" val="0"/>
</p:tagLst>
</file>

<file path=ppt/tags/tag427.xml><?xml version="1.0" encoding="utf-8"?>
<p:tagLst xmlns:p="http://schemas.openxmlformats.org/presentationml/2006/main">
  <p:tag name="KSO_WM_UNIT_CHART_COMPARISON_LINE_VERTICAL" val="1"/>
  <p:tag name="KSO_WM_UNIT_CHART_COMPONENT_FLAG" val="0"/>
</p:tagLst>
</file>

<file path=ppt/tags/tag428.xml><?xml version="1.0" encoding="utf-8"?>
<p:tagLst xmlns:p="http://schemas.openxmlformats.org/presentationml/2006/main">
  <p:tag name="KSO_WM_UNIT_CHART_COMPARISON_LINE_HORIZONTAL" val="0"/>
  <p:tag name="KSO_WM_UNIT_CHART_COMPONENT_FLAG" val="0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430.xml><?xml version="1.0" encoding="utf-8"?>
<p:tagLst xmlns:p="http://schemas.openxmlformats.org/presentationml/2006/main">
  <p:tag name="KSO_WM_SLIDE_ID" val="diagram20200893_1"/>
  <p:tag name="KSO_WM_TEMPLATE_SUBCATEGORY" val="0"/>
  <p:tag name="KSO_WM_SLIDE_TYPE" val="text"/>
  <p:tag name="KSO_WM_SLIDE_SUBTYPE" val="diag"/>
  <p:tag name="KSO_WM_SLIDE_ITEM_CNT" val="1"/>
  <p:tag name="KSO_WM_SLIDE_INDEX" val="1"/>
  <p:tag name="KSO_WM_SLIDE_SIZE" val="719.687*368.75"/>
  <p:tag name="KSO_WM_SLIDE_POSITION" val="112.957*125.617"/>
  <p:tag name="KSO_WM_DIAGRAM_GROUP_CODE" val="ζ1-1"/>
  <p:tag name="KSO_WM_SLIDE_DIAGTYPE" val="ζ"/>
  <p:tag name="KSO_WM_TAG_VERSION" val="1.0"/>
  <p:tag name="KSO_WM_BEAUTIFY_FLAG" val="#wm#"/>
  <p:tag name="KSO_WM_TEMPLATE_CATEGORY" val="diagram"/>
  <p:tag name="KSO_WM_TEMPLATE_INDEX" val="20200893"/>
  <p:tag name="KSO_WM_SLIDE_LAYOUT" val="a_f_ζ"/>
  <p:tag name="KSO_WM_SLIDE_LAYOUT_CNT" val="1_2_1"/>
  <p:tag name="KSO_WM_SPECIAL_SOURCE" val="bdnull"/>
</p:tagLst>
</file>

<file path=ppt/tags/tag431.xml><?xml version="1.0" encoding="utf-8"?>
<p:tagLst xmlns:p="http://schemas.openxmlformats.org/presentationml/2006/main">
  <p:tag name="KSO_WM_UNIT_CHART_COLOR_TABLE_INDEX" val="0"/>
  <p:tag name="KSO_WM_UNIT_CHART_SERIES_MAJOR_INDEX" val="1"/>
  <p:tag name="KSO_WM_UNIT_CHART_SERIES_MINOR_INDEXES" val="0"/>
  <p:tag name="KSO_WM_UNIT_CHART_SERIES_ATTACHED_FORMULA_TYPE" val="2"/>
  <p:tag name="KSO_WM_UNIT_CHART_DATALABEL_VISIBLE" val="1"/>
  <p:tag name="KSO_WM_UNIT_CHART_DATALABEL_POSITION" val="1"/>
  <p:tag name="KSO_WM_UNIT_CHART_EMPHASIZE_MODE" val="0"/>
  <p:tag name="KSO_WM_UNIT_CHART_SERIES_COUNT_MODIFIABLE" val="0"/>
  <p:tag name="KSO_WM_UNIT_CHART_THEME_COLOR_TABLE" val="0,FFFFFF,44546A,E7E6E6,32AB9F,F2F2F2,84C4C6,386AA2,F2F2F2,FF9900;808080,F2F2F2,D6DCE5,D1CFCF,D2F2EF,DADADA,E6F3F4,D4E1F0,DADADA,FFEBCC;595959,D9D9D9,ADBACB,AFACAC,A6E5DE,B5B5B5,CEE7E8,A8C3E1,B5B5B5,FFD899;404040,BFBFBF,8497B0,767171,79D8CE,797979,B5DCDD,7DA5D2,797979,FFC467;262626,A6A6A6,333F50,3B3939,268177,3C3C3C,4EA6A9,2A4F7A,3C3C3C,C07500;D0D0D,808080,222A35,181717,195650,181818,346F71,1C3551,181818,804E00"/>
  <p:tag name="KSO_WM_UNIT_DIAGRAM_MODELTYPE" val="smartChart"/>
  <p:tag name="KSO_WM_UNIT_SMART_CHART_SUBTYPE" val="b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α"/>
  <p:tag name="KSO_WM_UNIT_INDEX" val="1_1_1"/>
  <p:tag name="KSO_WM_UNIT_ID" val="diagram20200893_1*ζ_h_α*1_1_1"/>
  <p:tag name="KSO_WM_TEMPLATE_CATEGORY" val="diagram"/>
  <p:tag name="KSO_WM_TEMPLATE_INDEX" val="20200893"/>
  <p:tag name="KSO_WM_UNIT_LAYERLEVEL" val="1_1_1"/>
  <p:tag name="KSO_WM_TAG_VERSION" val="1.0"/>
  <p:tag name="KSO_WM_BEAUTIFY_FLAG" val="#wm#"/>
  <p:tag name="KSO_WM_UNIT_USESOURCEFORMAT_APPLY" val="1"/>
</p:tagLst>
</file>

<file path=ppt/tags/tag432.xml><?xml version="1.0" encoding="utf-8"?>
<p:tagLst xmlns:p="http://schemas.openxmlformats.org/presentationml/2006/main">
  <p:tag name="KSO_WM_UNIT_ISCONTENTSTITLE" val="0"/>
  <p:tag name="KSO_WM_UNIT_PRESET_TEXT" val="单击此处添加大标题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a"/>
  <p:tag name="KSO_WM_UNIT_INDEX" val="1"/>
  <p:tag name="KSO_WM_UNIT_ID" val="diagram20200893_1*a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433.xml><?xml version="1.0" encoding="utf-8"?>
<p:tagLst xmlns:p="http://schemas.openxmlformats.org/presentationml/2006/main">
  <p:tag name="KSO_WM_UNIT_SMART_CHART_SUBTYPE" val="b"/>
  <p:tag name="KSO_WM_UNIT_CHART_COLOR_TABLE_INDEX" val="0"/>
  <p:tag name="KSO_WM_UNIT_CHART_EMPHASIZE_HAT" val="0"/>
  <p:tag name="KSO_WM_UNIT_CHART_COMPONENT_FLAG" val="0"/>
  <p:tag name="KSO_WM_UNIT_PRESET_TEXT" val="0.6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f"/>
  <p:tag name="KSO_WM_UNIT_INDEX" val="2"/>
  <p:tag name="KSO_WM_UNIT_ID" val="diagram20200893_1*f*2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USESOURCEFORMAT_APPLY" val="1"/>
</p:tagLst>
</file>

<file path=ppt/tags/tag434.xml><?xml version="1.0" encoding="utf-8"?>
<p:tagLst xmlns:p="http://schemas.openxmlformats.org/presentationml/2006/main">
  <p:tag name="KSO_WM_UNIT_CHART_FILL_PICTURE" val="0"/>
  <p:tag name="KSO_WM_UNIT_CHART_COLOR_ROWS" val="0,0,0,0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200893_1*i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435.xml><?xml version="1.0" encoding="utf-8"?>
<p:tagLst xmlns:p="http://schemas.openxmlformats.org/presentationml/2006/main">
  <p:tag name="KSO_WM_UNIT_CHART_EMPHASIZE_BODY" val="0"/>
  <p:tag name="KSO_WM_UNIT_CHART_COMPONENT_FLAG" val="0"/>
</p:tagLst>
</file>

<file path=ppt/tags/tag436.xml><?xml version="1.0" encoding="utf-8"?>
<p:tagLst xmlns:p="http://schemas.openxmlformats.org/presentationml/2006/main">
  <p:tag name="KSO_WM_UNIT_CHART_COMPARISON_MODE" val="0"/>
  <p:tag name="KSO_WM_UNIT_CHART_COMPARISON_MIN_SIZE" val="110"/>
</p:tagLst>
</file>

<file path=ppt/tags/tag437.xml><?xml version="1.0" encoding="utf-8"?>
<p:tagLst xmlns:p="http://schemas.openxmlformats.org/presentationml/2006/main">
  <p:tag name="KSO_WM_UNIT_CHART_COMPONENT_FLAG" val="0"/>
  <p:tag name="KSO_WM_UNIT_TYPE" val="f"/>
</p:tagLst>
</file>

<file path=ppt/tags/tag438.xml><?xml version="1.0" encoding="utf-8"?>
<p:tagLst xmlns:p="http://schemas.openxmlformats.org/presentationml/2006/main">
  <p:tag name="KSO_WM_UNIT_CHART_COMPONENT_FLAG" val="0"/>
</p:tagLst>
</file>

<file path=ppt/tags/tag439.xml><?xml version="1.0" encoding="utf-8"?>
<p:tagLst xmlns:p="http://schemas.openxmlformats.org/presentationml/2006/main">
  <p:tag name="KSO_WM_UNIT_CHART_COMPONENT_FLAG" val="0"/>
</p:tagLst>
</file>

<file path=ppt/tags/tag440.xml><?xml version="1.0" encoding="utf-8"?>
<p:tagLst xmlns:p="http://schemas.openxmlformats.org/presentationml/2006/main">
  <p:tag name="KSO_WM_UNIT_CHART_COMPONENT_FLAG" val="0"/>
</p:tagLst>
</file>

<file path=ppt/tags/tag441.xml><?xml version="1.0" encoding="utf-8"?>
<p:tagLst xmlns:p="http://schemas.openxmlformats.org/presentationml/2006/main">
  <p:tag name="KSO_WM_UNIT_CHART_COMPONENT_FLAG" val="0"/>
</p:tagLst>
</file>

<file path=ppt/tags/tag442.xml><?xml version="1.0" encoding="utf-8"?>
<p:tagLst xmlns:p="http://schemas.openxmlformats.org/presentationml/2006/main">
  <p:tag name="KSO_WM_UNIT_CHART_COMPARISON_LINE_VERTICAL" val="1"/>
  <p:tag name="KSO_WM_UNIT_CHART_COMPONENT_FLAG" val="0"/>
</p:tagLst>
</file>

<file path=ppt/tags/tag443.xml><?xml version="1.0" encoding="utf-8"?>
<p:tagLst xmlns:p="http://schemas.openxmlformats.org/presentationml/2006/main">
  <p:tag name="KSO_WM_UNIT_CHART_COMPARISON_LINE_HORIZONTAL" val="0"/>
  <p:tag name="KSO_WM_UNIT_CHART_COMPONENT_FLAG" val="0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ID" val="diagram20200893_1"/>
  <p:tag name="KSO_WM_TEMPLATE_SUBCATEGORY" val="0"/>
  <p:tag name="KSO_WM_SLIDE_TYPE" val="text"/>
  <p:tag name="KSO_WM_SLIDE_SUBTYPE" val="diag"/>
  <p:tag name="KSO_WM_SLIDE_ITEM_CNT" val="1"/>
  <p:tag name="KSO_WM_SLIDE_INDEX" val="1"/>
  <p:tag name="KSO_WM_SLIDE_SIZE" val="719.687*368.75"/>
  <p:tag name="KSO_WM_SLIDE_POSITION" val="112.957*125.617"/>
  <p:tag name="KSO_WM_DIAGRAM_GROUP_CODE" val="ζ1-1"/>
  <p:tag name="KSO_WM_SLIDE_DIAGTYPE" val="ζ"/>
  <p:tag name="KSO_WM_TAG_VERSION" val="1.0"/>
  <p:tag name="KSO_WM_BEAUTIFY_FLAG" val="#wm#"/>
  <p:tag name="KSO_WM_TEMPLATE_CATEGORY" val="diagram"/>
  <p:tag name="KSO_WM_TEMPLATE_INDEX" val="20200893"/>
  <p:tag name="KSO_WM_SLIDE_LAYOUT" val="a_f_ζ"/>
  <p:tag name="KSO_WM_SLIDE_LAYOUT_CNT" val="1_2_1"/>
  <p:tag name="KSO_WM_SPECIAL_SOURCE" val="bdnull"/>
</p:tagLst>
</file>

<file path=ppt/tags/tag446.xml><?xml version="1.0" encoding="utf-8"?>
<p:tagLst xmlns:p="http://schemas.openxmlformats.org/presentationml/2006/main">
  <p:tag name="KSO_WM_UNIT_ISCONTENTSTITLE" val="0"/>
  <p:tag name="KSO_WM_UNIT_PRESET_TEXT" val="单击此处添加大标题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a"/>
  <p:tag name="KSO_WM_UNIT_INDEX" val="1"/>
  <p:tag name="KSO_WM_UNIT_ID" val="diagram20200893_1*a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447.xml><?xml version="1.0" encoding="utf-8"?>
<p:tagLst xmlns:p="http://schemas.openxmlformats.org/presentationml/2006/main">
  <p:tag name="KSO_WM_UNIT_SMART_CHART_SUBTYPE" val="b"/>
  <p:tag name="KSO_WM_UNIT_CHART_COLOR_TABLE_INDEX" val="0"/>
  <p:tag name="KSO_WM_UNIT_CHART_EMPHASIZE_HAT" val="0"/>
  <p:tag name="KSO_WM_UNIT_CHART_COMPONENT_FLAG" val="0"/>
  <p:tag name="KSO_WM_UNIT_PRESET_TEXT" val="0.6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f"/>
  <p:tag name="KSO_WM_UNIT_INDEX" val="2"/>
  <p:tag name="KSO_WM_UNIT_ID" val="diagram20200893_1*f*2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USESOURCEFORMAT_APPLY" val="1"/>
</p:tagLst>
</file>

<file path=ppt/tags/tag448.xml><?xml version="1.0" encoding="utf-8"?>
<p:tagLst xmlns:p="http://schemas.openxmlformats.org/presentationml/2006/main">
  <p:tag name="KSO_WM_UNIT_CHART_FILL_PICTURE" val="0"/>
  <p:tag name="KSO_WM_UNIT_CHART_COLOR_ROWS" val="0,0,0,0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200893_1*i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449.xml><?xml version="1.0" encoding="utf-8"?>
<p:tagLst xmlns:p="http://schemas.openxmlformats.org/presentationml/2006/main">
  <p:tag name="KSO_WM_UNIT_CHART_EMPHASIZE_BODY" val="0"/>
  <p:tag name="KSO_WM_UNIT_CHART_COMPONENT_FLAG" val="0"/>
</p:tagLst>
</file>

<file path=ppt/tags/tag450.xml><?xml version="1.0" encoding="utf-8"?>
<p:tagLst xmlns:p="http://schemas.openxmlformats.org/presentationml/2006/main">
  <p:tag name="KSO_WM_UNIT_CHART_COMPARISON_MODE" val="0"/>
  <p:tag name="KSO_WM_UNIT_CHART_COMPARISON_MIN_SIZE" val="110"/>
</p:tagLst>
</file>

<file path=ppt/tags/tag451.xml><?xml version="1.0" encoding="utf-8"?>
<p:tagLst xmlns:p="http://schemas.openxmlformats.org/presentationml/2006/main">
  <p:tag name="KSO_WM_UNIT_CHART_COMPONENT_FLAG" val="0"/>
  <p:tag name="KSO_WM_UNIT_TYPE" val="f"/>
</p:tagLst>
</file>

<file path=ppt/tags/tag452.xml><?xml version="1.0" encoding="utf-8"?>
<p:tagLst xmlns:p="http://schemas.openxmlformats.org/presentationml/2006/main">
  <p:tag name="KSO_WM_UNIT_CHART_COMPONENT_FLAG" val="0"/>
</p:tagLst>
</file>

<file path=ppt/tags/tag453.xml><?xml version="1.0" encoding="utf-8"?>
<p:tagLst xmlns:p="http://schemas.openxmlformats.org/presentationml/2006/main">
  <p:tag name="KSO_WM_UNIT_CHART_COMPONENT_FLAG" val="0"/>
</p:tagLst>
</file>

<file path=ppt/tags/tag454.xml><?xml version="1.0" encoding="utf-8"?>
<p:tagLst xmlns:p="http://schemas.openxmlformats.org/presentationml/2006/main">
  <p:tag name="KSO_WM_UNIT_CHART_COMPONENT_FLAG" val="0"/>
</p:tagLst>
</file>

<file path=ppt/tags/tag455.xml><?xml version="1.0" encoding="utf-8"?>
<p:tagLst xmlns:p="http://schemas.openxmlformats.org/presentationml/2006/main">
  <p:tag name="KSO_WM_UNIT_CHART_COMPONENT_FLAG" val="0"/>
</p:tagLst>
</file>

<file path=ppt/tags/tag456.xml><?xml version="1.0" encoding="utf-8"?>
<p:tagLst xmlns:p="http://schemas.openxmlformats.org/presentationml/2006/main">
  <p:tag name="KSO_WM_UNIT_CHART_COMPARISON_LINE_VERTICAL" val="1"/>
  <p:tag name="KSO_WM_UNIT_CHART_COMPONENT_FLAG" val="0"/>
</p:tagLst>
</file>

<file path=ppt/tags/tag457.xml><?xml version="1.0" encoding="utf-8"?>
<p:tagLst xmlns:p="http://schemas.openxmlformats.org/presentationml/2006/main">
  <p:tag name="KSO_WM_UNIT_CHART_COMPARISON_LINE_HORIZONTAL" val="0"/>
  <p:tag name="KSO_WM_UNIT_CHART_COMPONENT_FLAG" val="0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459.xml><?xml version="1.0" encoding="utf-8"?>
<p:tagLst xmlns:p="http://schemas.openxmlformats.org/presentationml/2006/main">
  <p:tag name="KSO_WM_UNIT_CHART_DATALABEL_VISIBLE" val="1"/>
  <p:tag name="KSO_WM_UNIT_CHART_DATALABEL_POSITION" val="1"/>
  <p:tag name="KSO_WM_UNIT_CHART_EMPHASIZE_MODE" val="0"/>
  <p:tag name="KSO_WM_UNIT_CHART_COLOR_ROWS1" val="0"/>
  <p:tag name="KSO_WM_UNIT_CHART_COLOR_ROWS2" val="0"/>
  <p:tag name="KSO_WM_UNIT_CHART_COLOR_ROWS3" val="0"/>
  <p:tag name="KSO_WM_UNIT_CHART_SERIES_COUNT_MODIFIABLE" val="1"/>
  <p:tag name="KSO_WM_UNIT_CHART_THEME_COLOR_TABLE" val="262626,FFFFFF,B0F0,FFFFFF,768B9,97DDD,42A1F8,D4AC8C,A5A5A5,D21E38;E9E9E9,F2F2F2,C9F0FF,F2F2F2,C2E2FD,C9E5FD,D9ECFE,F6EEE8,EDEDED,F8D0D5;C9C9C9,D9D9D9,93E2FF,D9D9D9,85C4FA,93CBFB,B3D9FC,EEDED1,DBDBDB,F1A1AC;929292,BFBFBF,5DD3FF,BFBFBF,47A7F8,5EB1F8,8EC6FB,E5CDBA,C9C9C9,EB7182;5C5C5C,A6A6A6,83B4,A6A6A6,54D8B,75DA6,87AE3,BC7E4C,7C7C7C,9D172A;3C3C3C,808080,5878,808080,4345C,53E6E,65197,805430,525252,690F1C"/>
  <p:tag name="KSO_WM_UNIT_CHART_COLOR_TABLE_INDEX" val="4"/>
  <p:tag name="KSO_WM_UNIT_DIAGRAM_MODELTYPE" val="smartChart"/>
  <p:tag name="KSO_WM_UNIT_SMART_CHART_SUBTYPE" val="b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α"/>
  <p:tag name="KSO_WM_UNIT_INDEX" val="1_1_1"/>
  <p:tag name="KSO_WM_UNIT_ID" val="diagram20200884_1*ζ_h_α*1_1_1"/>
  <p:tag name="KSO_WM_TEMPLATE_CATEGORY" val="diagram"/>
  <p:tag name="KSO_WM_TEMPLATE_INDEX" val="20200884"/>
  <p:tag name="KSO_WM_UNIT_LAYERLEVEL" val="1_1_1"/>
  <p:tag name="KSO_WM_TAG_VERSION" val="1.0"/>
  <p:tag name="KSO_WM_BEAUTIFY_FLAG" val="#wm#"/>
  <p:tag name="KSO_WM_UNIT_USESOURCEFORMAT_APPLY" val="1"/>
</p:tagLst>
</file>

<file path=ppt/tags/tag460.xml><?xml version="1.0" encoding="utf-8"?>
<p:tagLst xmlns:p="http://schemas.openxmlformats.org/presentationml/2006/main">
  <p:tag name="KSO_WM_SLIDE_ID" val="diagram20200893_1"/>
  <p:tag name="KSO_WM_TEMPLATE_SUBCATEGORY" val="0"/>
  <p:tag name="KSO_WM_SLIDE_TYPE" val="text"/>
  <p:tag name="KSO_WM_SLIDE_SUBTYPE" val="diag"/>
  <p:tag name="KSO_WM_SLIDE_ITEM_CNT" val="1"/>
  <p:tag name="KSO_WM_SLIDE_INDEX" val="1"/>
  <p:tag name="KSO_WM_SLIDE_SIZE" val="719.687*368.75"/>
  <p:tag name="KSO_WM_SLIDE_POSITION" val="112.957*125.617"/>
  <p:tag name="KSO_WM_DIAGRAM_GROUP_CODE" val="ζ1-1"/>
  <p:tag name="KSO_WM_SLIDE_DIAGTYPE" val="ζ"/>
  <p:tag name="KSO_WM_TAG_VERSION" val="1.0"/>
  <p:tag name="KSO_WM_BEAUTIFY_FLAG" val="#wm#"/>
  <p:tag name="KSO_WM_TEMPLATE_CATEGORY" val="diagram"/>
  <p:tag name="KSO_WM_TEMPLATE_INDEX" val="20200893"/>
  <p:tag name="KSO_WM_SLIDE_LAYOUT" val="a_f_ζ"/>
  <p:tag name="KSO_WM_SLIDE_LAYOUT_CNT" val="1_2_1"/>
  <p:tag name="KSO_WM_SPECIAL_SOURCE" val="bdnull"/>
</p:tagLst>
</file>

<file path=ppt/tags/tag461.xml><?xml version="1.0" encoding="utf-8"?>
<p:tagLst xmlns:p="http://schemas.openxmlformats.org/presentationml/2006/main">
  <p:tag name="KSO_WM_UNIT_ISCONTENTSTITLE" val="0"/>
  <p:tag name="KSO_WM_UNIT_PRESET_TEXT" val="单击此处添加大标题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a"/>
  <p:tag name="KSO_WM_UNIT_INDEX" val="1"/>
  <p:tag name="KSO_WM_UNIT_ID" val="diagram20200893_1*a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462.xml><?xml version="1.0" encoding="utf-8"?>
<p:tagLst xmlns:p="http://schemas.openxmlformats.org/presentationml/2006/main">
  <p:tag name="KSO_WM_UNIT_SMART_CHART_SUBTYPE" val="b"/>
  <p:tag name="KSO_WM_UNIT_CHART_COLOR_TABLE_INDEX" val="0"/>
  <p:tag name="KSO_WM_UNIT_CHART_EMPHASIZE_HAT" val="0"/>
  <p:tag name="KSO_WM_UNIT_CHART_COMPONENT_FLAG" val="0"/>
  <p:tag name="KSO_WM_UNIT_PRESET_TEXT" val="0.6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f"/>
  <p:tag name="KSO_WM_UNIT_INDEX" val="2"/>
  <p:tag name="KSO_WM_UNIT_ID" val="diagram20200893_1*f*2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USESOURCEFORMAT_APPLY" val="1"/>
</p:tagLst>
</file>

<file path=ppt/tags/tag463.xml><?xml version="1.0" encoding="utf-8"?>
<p:tagLst xmlns:p="http://schemas.openxmlformats.org/presentationml/2006/main">
  <p:tag name="KSO_WM_UNIT_CHART_FILL_PICTURE" val="0"/>
  <p:tag name="KSO_WM_UNIT_CHART_COLOR_ROWS" val="0,0,0,0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200893_1*i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464.xml><?xml version="1.0" encoding="utf-8"?>
<p:tagLst xmlns:p="http://schemas.openxmlformats.org/presentationml/2006/main">
  <p:tag name="KSO_WM_UNIT_CHART_EMPHASIZE_BODY" val="0"/>
  <p:tag name="KSO_WM_UNIT_CHART_COMPONENT_FLAG" val="0"/>
</p:tagLst>
</file>

<file path=ppt/tags/tag465.xml><?xml version="1.0" encoding="utf-8"?>
<p:tagLst xmlns:p="http://schemas.openxmlformats.org/presentationml/2006/main">
  <p:tag name="KSO_WM_UNIT_CHART_COMPARISON_MODE" val="0"/>
  <p:tag name="KSO_WM_UNIT_CHART_COMPARISON_MIN_SIZE" val="110"/>
</p:tagLst>
</file>

<file path=ppt/tags/tag466.xml><?xml version="1.0" encoding="utf-8"?>
<p:tagLst xmlns:p="http://schemas.openxmlformats.org/presentationml/2006/main">
  <p:tag name="KSO_WM_UNIT_CHART_COMPONENT_FLAG" val="0"/>
  <p:tag name="KSO_WM_UNIT_TYPE" val="f"/>
</p:tagLst>
</file>

<file path=ppt/tags/tag467.xml><?xml version="1.0" encoding="utf-8"?>
<p:tagLst xmlns:p="http://schemas.openxmlformats.org/presentationml/2006/main">
  <p:tag name="KSO_WM_UNIT_CHART_COMPONENT_FLAG" val="0"/>
</p:tagLst>
</file>

<file path=ppt/tags/tag468.xml><?xml version="1.0" encoding="utf-8"?>
<p:tagLst xmlns:p="http://schemas.openxmlformats.org/presentationml/2006/main">
  <p:tag name="KSO_WM_UNIT_CHART_COMPONENT_FLAG" val="0"/>
</p:tagLst>
</file>

<file path=ppt/tags/tag469.xml><?xml version="1.0" encoding="utf-8"?>
<p:tagLst xmlns:p="http://schemas.openxmlformats.org/presentationml/2006/main">
  <p:tag name="KSO_WM_UNIT_CHART_COMPONENT_FLAG" val="0"/>
</p:tagLst>
</file>

<file path=ppt/tags/tag470.xml><?xml version="1.0" encoding="utf-8"?>
<p:tagLst xmlns:p="http://schemas.openxmlformats.org/presentationml/2006/main">
  <p:tag name="KSO_WM_UNIT_CHART_COMPONENT_FLAG" val="0"/>
</p:tagLst>
</file>

<file path=ppt/tags/tag471.xml><?xml version="1.0" encoding="utf-8"?>
<p:tagLst xmlns:p="http://schemas.openxmlformats.org/presentationml/2006/main">
  <p:tag name="KSO_WM_UNIT_CHART_COMPARISON_LINE_VERTICAL" val="1"/>
  <p:tag name="KSO_WM_UNIT_CHART_COMPONENT_FLAG" val="0"/>
</p:tagLst>
</file>

<file path=ppt/tags/tag472.xml><?xml version="1.0" encoding="utf-8"?>
<p:tagLst xmlns:p="http://schemas.openxmlformats.org/presentationml/2006/main">
  <p:tag name="KSO_WM_UNIT_CHART_COMPARISON_LINE_HORIZONTAL" val="0"/>
  <p:tag name="KSO_WM_UNIT_CHART_COMPONENT_FLAG" val="0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474.xml><?xml version="1.0" encoding="utf-8"?>
<p:tagLst xmlns:p="http://schemas.openxmlformats.org/presentationml/2006/main">
  <p:tag name="KSO_WM_UNIT_CHART_DATALABEL_VISIBLE" val="1"/>
  <p:tag name="KSO_WM_UNIT_CHART_DATALABEL_POSITION" val="1"/>
  <p:tag name="KSO_WM_UNIT_CHART_EMPHASIZE_MODE" val="0"/>
  <p:tag name="KSO_WM_UNIT_CHART_COLOR_ROWS1" val="0"/>
  <p:tag name="KSO_WM_UNIT_CHART_COLOR_ROWS2" val="0"/>
  <p:tag name="KSO_WM_UNIT_CHART_COLOR_ROWS3" val="0"/>
  <p:tag name="KSO_WM_UNIT_CHART_SERIES_COUNT_MODIFIABLE" val="1"/>
  <p:tag name="KSO_WM_UNIT_CHART_THEME_COLOR_TABLE" val="262626,FFFFFF,B0F0,FFFFFF,768B9,97DDD,42A1F8,D4AC8C,A5A5A5,D21E38;E9E9E9,F2F2F2,C9F0FF,F2F2F2,C2E2FD,C9E5FD,D9ECFE,F6EEE8,EDEDED,F8D0D5;C9C9C9,D9D9D9,93E2FF,D9D9D9,85C4FA,93CBFB,B3D9FC,EEDED1,DBDBDB,F1A1AC;929292,BFBFBF,5DD3FF,BFBFBF,47A7F8,5EB1F8,8EC6FB,E5CDBA,C9C9C9,EB7182;5C5C5C,A6A6A6,83B4,A6A6A6,54D8B,75DA6,87AE3,BC7E4C,7C7C7C,9D172A;3C3C3C,808080,5878,808080,4345C,53E6E,65197,805430,525252,690F1C"/>
  <p:tag name="KSO_WM_UNIT_CHART_COLOR_TABLE_INDEX" val="4"/>
  <p:tag name="KSO_WM_UNIT_DIAGRAM_MODELTYPE" val="smartChart"/>
  <p:tag name="KSO_WM_UNIT_SMART_CHART_SUBTYPE" val="b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α"/>
  <p:tag name="KSO_WM_UNIT_INDEX" val="1_1_1"/>
  <p:tag name="KSO_WM_UNIT_ID" val="diagram20200884_1*ζ_h_α*1_1_1"/>
  <p:tag name="KSO_WM_TEMPLATE_CATEGORY" val="diagram"/>
  <p:tag name="KSO_WM_TEMPLATE_INDEX" val="20200884"/>
  <p:tag name="KSO_WM_UNIT_LAYERLEVEL" val="1_1_1"/>
  <p:tag name="KSO_WM_TAG_VERSION" val="1.0"/>
  <p:tag name="KSO_WM_BEAUTIFY_FLAG" val="#wm#"/>
  <p:tag name="KSO_WM_UNIT_USESOURCEFORMAT_APPLY" val="1"/>
</p:tagLst>
</file>

<file path=ppt/tags/tag475.xml><?xml version="1.0" encoding="utf-8"?>
<p:tagLst xmlns:p="http://schemas.openxmlformats.org/presentationml/2006/main">
  <p:tag name="KSO_WM_SLIDE_ID" val="diagram20200893_1"/>
  <p:tag name="KSO_WM_TEMPLATE_SUBCATEGORY" val="0"/>
  <p:tag name="KSO_WM_SLIDE_TYPE" val="text"/>
  <p:tag name="KSO_WM_SLIDE_SUBTYPE" val="diag"/>
  <p:tag name="KSO_WM_SLIDE_ITEM_CNT" val="1"/>
  <p:tag name="KSO_WM_SLIDE_INDEX" val="1"/>
  <p:tag name="KSO_WM_SLIDE_SIZE" val="719.687*368.75"/>
  <p:tag name="KSO_WM_SLIDE_POSITION" val="112.957*125.617"/>
  <p:tag name="KSO_WM_DIAGRAM_GROUP_CODE" val="ζ1-1"/>
  <p:tag name="KSO_WM_SLIDE_DIAGTYPE" val="ζ"/>
  <p:tag name="KSO_WM_TAG_VERSION" val="1.0"/>
  <p:tag name="KSO_WM_BEAUTIFY_FLAG" val="#wm#"/>
  <p:tag name="KSO_WM_TEMPLATE_CATEGORY" val="diagram"/>
  <p:tag name="KSO_WM_TEMPLATE_INDEX" val="20200893"/>
  <p:tag name="KSO_WM_SLIDE_LAYOUT" val="a_f_ζ"/>
  <p:tag name="KSO_WM_SLIDE_LAYOUT_CNT" val="1_2_1"/>
  <p:tag name="KSO_WM_SPECIAL_SOURCE" val="bdnull"/>
</p:tagLst>
</file>

<file path=ppt/tags/tag476.xml><?xml version="1.0" encoding="utf-8"?>
<p:tagLst xmlns:p="http://schemas.openxmlformats.org/presentationml/2006/main">
  <p:tag name="KSO_WM_UNIT_ISCONTENTSTITLE" val="0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81_1*f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训练通常利用崇山峻岭、翰海大川等自然环境，通过精心设计的活动达到“磨练意志、陶冶情操、完善人格、熔炼团队”的拓展培训目的。"/>
  <p:tag name="KSO_WM_UNIT_SUBTYPE" val="a"/>
</p:tagLst>
</file>

<file path=ppt/tags/tag477.xml><?xml version="1.0" encoding="utf-8"?>
<p:tagLst xmlns:p="http://schemas.openxmlformats.org/presentationml/2006/main">
  <p:tag name="KSO_WM_UNIT_ISCONTENTS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481_1*a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&#13;训练目的"/>
  <p:tag name="KSO_WM_UNIT_ISNUMDGMTITLE" val="0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2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480.xml><?xml version="1.0" encoding="utf-8"?>
<p:tagLst xmlns:p="http://schemas.openxmlformats.org/presentationml/2006/main">
  <p:tag name="KSO_WM_SLIDE_ID" val="diagram20200481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41*391"/>
  <p:tag name="KSO_WM_SLIDE_POSITION" val="41*74"/>
  <p:tag name="KSO_WM_TAG_VERSION" val="1.0"/>
  <p:tag name="KSO_WM_BEAUTIFY_FLAG" val="#wm#"/>
  <p:tag name="KSO_WM_TEMPLATE_CATEGORY" val="diagram"/>
  <p:tag name="KSO_WM_TEMPLATE_INDEX" val="20200481"/>
  <p:tag name="KSO_WM_SLIDE_LAYOUT" val="a_f"/>
  <p:tag name="KSO_WM_SLIDE_LAYOUT_CNT" val="1_1"/>
  <p:tag name="KSO_WM_SPECIAL_SOURCE" val="bdnull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i"/>
  <p:tag name="KSO_WM_UNIT_INDEX" val="1"/>
  <p:tag name="KSO_WM_UNIT_ID" val="diagram20189831_2*i*1"/>
  <p:tag name="KSO_WM_TEMPLATE_CATEGORY" val="diagram"/>
  <p:tag name="KSO_WM_TEMPLATE_INDEX" val="20189831"/>
  <p:tag name="KSO_WM_UNIT_LAYERLEVEL" val="1"/>
  <p:tag name="KSO_WM_TAG_VERSION" val="1.0"/>
  <p:tag name="KSO_WM_BEAUTIFY_FLAG" val="#wm#"/>
  <p:tag name="KSO_WM_UNIT_DIAGRAM_CONTRAST_TITLE_CNT" val="2"/>
  <p:tag name="KSO_WM_UNIT_DIAGRAM_DIMENSION_TITLE_CNT" val="2"/>
  <p:tag name="KSO_WM_UNIT_TEXT_FILL_FORE_SCHEMECOLOR_INDEX" val="2"/>
  <p:tag name="KSO_WM_UNIT_TEXT_FILL_TYPE" val="1"/>
  <p:tag name="KSO_WM_UNIT_USESOURCEFORMAT_APPLY" val="1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6"/>
  <p:tag name="KSO_WM_UNIT_ID" val="diagram20189831_2*r_i*1_6"/>
  <p:tag name="KSO_WM_TEMPLATE_CATEGORY" val="diagram"/>
  <p:tag name="KSO_WM_TEMPLATE_INDEX" val="20189831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9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5"/>
  <p:tag name="KSO_WM_UNIT_ID" val="diagram20189831_2*r_i*1_5"/>
  <p:tag name="KSO_WM_TEMPLATE_CATEGORY" val="diagram"/>
  <p:tag name="KSO_WM_TEMPLATE_INDEX" val="20189831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LINE_FORE_SCHEMECOLOR_INDEX" val="9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i"/>
  <p:tag name="KSO_WM_UNIT_INDEX" val="2"/>
  <p:tag name="KSO_WM_UNIT_ID" val="diagram20189831_2*i*2"/>
  <p:tag name="KSO_WM_TEMPLATE_CATEGORY" val="diagram"/>
  <p:tag name="KSO_WM_TEMPLATE_INDEX" val="20189831"/>
  <p:tag name="KSO_WM_UNIT_LAYERLEVEL" val="1"/>
  <p:tag name="KSO_WM_TAG_VERSION" val="1.0"/>
  <p:tag name="KSO_WM_BEAUTIFY_FLAG" val="#wm#"/>
  <p:tag name="KSO_WM_UNIT_DIAGRAM_CONTRAST_TITLE_CNT" val="2"/>
  <p:tag name="KSO_WM_UNIT_DIAGRAM_DIMENSION_TITLE_CNT" val="2"/>
  <p:tag name="KSO_WM_UNIT_TEXT_FILL_FORE_SCHEMECOLOR_INDEX" val="2"/>
  <p:tag name="KSO_WM_UNIT_TEXT_FILL_TYPE" val="1"/>
  <p:tag name="KSO_WM_UNIT_USESOURCEFORMAT_APPLY" val="1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4"/>
  <p:tag name="KSO_WM_UNIT_ID" val="diagram20189831_2*r_i*1_4"/>
  <p:tag name="KSO_WM_TEMPLATE_CATEGORY" val="diagram"/>
  <p:tag name="KSO_WM_TEMPLATE_INDEX" val="20189831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3"/>
  <p:tag name="KSO_WM_UNIT_ID" val="diagram20189831_2*r_i*1_3"/>
  <p:tag name="KSO_WM_TEMPLATE_CATEGORY" val="diagram"/>
  <p:tag name="KSO_WM_TEMPLATE_INDEX" val="20189831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2"/>
  <p:tag name="KSO_WM_UNIT_ID" val="diagram20189831_2*r_i*1_2"/>
  <p:tag name="KSO_WM_TEMPLATE_CATEGORY" val="diagram"/>
  <p:tag name="KSO_WM_TEMPLATE_INDEX" val="20189831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1"/>
  <p:tag name="KSO_WM_UNIT_ID" val="diagram20189831_2*r_i*1_1"/>
  <p:tag name="KSO_WM_TEMPLATE_CATEGORY" val="diagram"/>
  <p:tag name="KSO_WM_TEMPLATE_INDEX" val="20189831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9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89.xml><?xml version="1.0" encoding="utf-8"?>
<p:tagLst xmlns:p="http://schemas.openxmlformats.org/presentationml/2006/main">
  <p:tag name="KSO_WM_UNIT_ISCONTENTSTITLE" val="0"/>
  <p:tag name="KSO_WM_UNIT_NOCLEAR" val="0"/>
  <p:tag name="KSO_WM_UNIT_SHOW_EDIT_AREA_INDICATION" val="0"/>
  <p:tag name="KSO_WM_UNIT_VALUE" val="9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a"/>
  <p:tag name="KSO_WM_UNIT_INDEX" val="1"/>
  <p:tag name="KSO_WM_UNIT_ID" val="diagram20189831_1*a*1"/>
  <p:tag name="KSO_WM_TEMPLATE_CATEGORY" val="diagram"/>
  <p:tag name="KSO_WM_TEMPLATE_INDEX" val="20189831"/>
  <p:tag name="KSO_WM_UNIT_LAYERLEVEL" val="1"/>
  <p:tag name="KSO_WM_TAG_VERSION" val="1.0"/>
  <p:tag name="KSO_WM_BEAUTIFY_FLAG" val="#wm#"/>
  <p:tag name="KSO_WM_UNIT_DIAGRAM_CONTRAST_TITLE_CNT" val="2"/>
  <p:tag name="KSO_WM_UNIT_DIAGRAM_DIMENSION_TITLE_CNT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490.xml><?xml version="1.0" encoding="utf-8"?>
<p:tagLst xmlns:p="http://schemas.openxmlformats.org/presentationml/2006/main">
  <p:tag name="KSO_WM_UNIT_NOCLEAR" val="0"/>
  <p:tag name="KSO_WM_UNIT_SHOW_EDIT_AREA_INDICATION" val="0"/>
  <p:tag name="KSO_WM_UNIT_VALUE" val="2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v"/>
  <p:tag name="KSO_WM_UNIT_INDEX" val="1_1"/>
  <p:tag name="KSO_WM_UNIT_ID" val="diagram20189831_3*r_v*1_1"/>
  <p:tag name="KSO_WM_TEMPLATE_CATEGORY" val="diagram"/>
  <p:tag name="KSO_WM_TEMPLATE_INDEX" val="20189831"/>
  <p:tag name="KSO_WM_UNIT_LAYERLEVEL" val="1_1"/>
  <p:tag name="KSO_WM_TAG_VERSION" val="1.0"/>
  <p:tag name="KSO_WM_BEAUTIFY_FLAG" val="#wm#"/>
  <p:tag name="KSO_WM_UNIT_DIAGRAM_CONTRAST_TITLE_CNT" val="2"/>
  <p:tag name="KSO_WM_UNIT_DIAGRAM_DIMENSION_TITLE_CNT" val="3"/>
  <p:tag name="KSO_WM_UNIT_PRESET_TEXT" val="单击此处添加文本具体内容，简明扼要地阐述你的观点"/>
  <p:tag name="KSO_WM_UNIT_TEXT_FILL_FORE_SCHEMECOLOR_INDEX" val="13"/>
  <p:tag name="KSO_WM_UNIT_TEXT_FILL_TYPE" val="1"/>
  <p:tag name="KSO_WM_UNIT_USESOURCEFORMAT_APPLY" val="1"/>
</p:tagLst>
</file>

<file path=ppt/tags/tag491.xml><?xml version="1.0" encoding="utf-8"?>
<p:tagLst xmlns:p="http://schemas.openxmlformats.org/presentationml/2006/main">
  <p:tag name="KSO_WM_UNIT_NOCLEAR" val="0"/>
  <p:tag name="KSO_WM_UNIT_SHOW_EDIT_AREA_INDICATION" val="0"/>
  <p:tag name="KSO_WM_UNIT_VALUE" val="2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v"/>
  <p:tag name="KSO_WM_UNIT_INDEX" val="1_2"/>
  <p:tag name="KSO_WM_UNIT_ID" val="diagram20189831_3*r_v*1_2"/>
  <p:tag name="KSO_WM_TEMPLATE_CATEGORY" val="diagram"/>
  <p:tag name="KSO_WM_TEMPLATE_INDEX" val="20189831"/>
  <p:tag name="KSO_WM_UNIT_LAYERLEVEL" val="1_1"/>
  <p:tag name="KSO_WM_TAG_VERSION" val="1.0"/>
  <p:tag name="KSO_WM_BEAUTIFY_FLAG" val="#wm#"/>
  <p:tag name="KSO_WM_UNIT_DIAGRAM_CONTRAST_TITLE_CNT" val="2"/>
  <p:tag name="KSO_WM_UNIT_DIAGRAM_DIMENSION_TITLE_CNT" val="3"/>
  <p:tag name="KSO_WM_UNIT_PRESET_TEXT" val="单击此处添加文本具体内容，简明扼要地阐述你的观点"/>
  <p:tag name="KSO_WM_UNIT_TEXT_FILL_FORE_SCHEMECOLOR_INDEX" val="13"/>
  <p:tag name="KSO_WM_UNIT_TEXT_FILL_TYPE" val="1"/>
  <p:tag name="KSO_WM_UNIT_USESOURCEFORMAT_APPLY" val="1"/>
</p:tagLst>
</file>

<file path=ppt/tags/tag492.xml><?xml version="1.0" encoding="utf-8"?>
<p:tagLst xmlns:p="http://schemas.openxmlformats.org/presentationml/2006/main">
  <p:tag name="KSO_WM_UNIT_NOCLEAR" val="0"/>
  <p:tag name="KSO_WM_UNIT_SHOW_EDIT_AREA_INDICATION" val="0"/>
  <p:tag name="KSO_WM_UNIT_VALUE" val="2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v"/>
  <p:tag name="KSO_WM_UNIT_INDEX" val="1_3"/>
  <p:tag name="KSO_WM_UNIT_ID" val="diagram20189831_3*r_v*1_3"/>
  <p:tag name="KSO_WM_TEMPLATE_CATEGORY" val="diagram"/>
  <p:tag name="KSO_WM_TEMPLATE_INDEX" val="20189831"/>
  <p:tag name="KSO_WM_UNIT_LAYERLEVEL" val="1_1"/>
  <p:tag name="KSO_WM_TAG_VERSION" val="1.0"/>
  <p:tag name="KSO_WM_BEAUTIFY_FLAG" val="#wm#"/>
  <p:tag name="KSO_WM_UNIT_DIAGRAM_CONTRAST_TITLE_CNT" val="2"/>
  <p:tag name="KSO_WM_UNIT_DIAGRAM_DIMENSION_TITLE_CNT" val="3"/>
  <p:tag name="KSO_WM_UNIT_PRESET_TEXT" val="单击此处添加文本具体内容，简明扼要地阐述你的观点"/>
  <p:tag name="KSO_WM_UNIT_TEXT_FILL_FORE_SCHEMECOLOR_INDEX" val="13"/>
  <p:tag name="KSO_WM_UNIT_TEXT_FILL_TYPE" val="1"/>
  <p:tag name="KSO_WM_UNIT_USESOURCEFORMAT_APPLY" val="1"/>
</p:tagLst>
</file>

<file path=ppt/tags/tag493.xml><?xml version="1.0" encoding="utf-8"?>
<p:tagLst xmlns:p="http://schemas.openxmlformats.org/presentationml/2006/main">
  <p:tag name="KSO_WM_UNIT_NOCLEAR" val="0"/>
  <p:tag name="KSO_WM_UNIT_SHOW_EDIT_AREA_INDICATION" val="0"/>
  <p:tag name="KSO_WM_UNIT_VALUE" val="2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v"/>
  <p:tag name="KSO_WM_UNIT_INDEX" val="1_4"/>
  <p:tag name="KSO_WM_UNIT_ID" val="diagram20189831_3*r_v*1_4"/>
  <p:tag name="KSO_WM_TEMPLATE_CATEGORY" val="diagram"/>
  <p:tag name="KSO_WM_TEMPLATE_INDEX" val="20189831"/>
  <p:tag name="KSO_WM_UNIT_LAYERLEVEL" val="1_1"/>
  <p:tag name="KSO_WM_TAG_VERSION" val="1.0"/>
  <p:tag name="KSO_WM_BEAUTIFY_FLAG" val="#wm#"/>
  <p:tag name="KSO_WM_UNIT_DIAGRAM_CONTRAST_TITLE_CNT" val="2"/>
  <p:tag name="KSO_WM_UNIT_DIAGRAM_DIMENSION_TITLE_CNT" val="3"/>
  <p:tag name="KSO_WM_UNIT_PRESET_TEXT" val="单击此处添加文本具体内容，简明扼要地阐述你的观点"/>
  <p:tag name="KSO_WM_UNIT_TEXT_FILL_FORE_SCHEMECOLOR_INDEX" val="13"/>
  <p:tag name="KSO_WM_UNIT_TEXT_FILL_TYPE" val="1"/>
  <p:tag name="KSO_WM_UNIT_USESOURCEFORMAT_APPLY" val="1"/>
</p:tagLst>
</file>

<file path=ppt/tags/tag494.xml><?xml version="1.0" encoding="utf-8"?>
<p:tagLst xmlns:p="http://schemas.openxmlformats.org/presentationml/2006/main">
  <p:tag name="KSO_WM_UNIT_NOCLEAR" val="0"/>
  <p:tag name="KSO_WM_UNIT_SHOW_EDIT_AREA_INDICATION" val="0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t"/>
  <p:tag name="KSO_WM_UNIT_INDEX" val="1_1"/>
  <p:tag name="KSO_WM_UNIT_ID" val="diagram20189831_3*r_t*1_1"/>
  <p:tag name="KSO_WM_TEMPLATE_CATEGORY" val="diagram"/>
  <p:tag name="KSO_WM_TEMPLATE_INDEX" val="20189831"/>
  <p:tag name="KSO_WM_UNIT_LAYERLEVEL" val="1_1"/>
  <p:tag name="KSO_WM_TAG_VERSION" val="1.0"/>
  <p:tag name="KSO_WM_BEAUTIFY_FLAG" val="#wm#"/>
  <p:tag name="KSO_WM_UNIT_DIAGRAM_CONTRAST_TITLE_CNT" val="2"/>
  <p:tag name="KSO_WM_UNIT_DIAGRAM_DIMENSION_TITLE_CNT" val="3"/>
  <p:tag name="KSO_WM_UNIT_PRESET_TEXT" val="单击此处添加标题"/>
  <p:tag name="KSO_WM_UNIT_TEXT_FILL_FORE_SCHEMECOLOR_INDEX" val="6"/>
  <p:tag name="KSO_WM_UNIT_TEXT_FILL_TYPE" val="1"/>
  <p:tag name="KSO_WM_UNIT_USESOURCEFORMAT_APPLY" val="1"/>
</p:tagLst>
</file>

<file path=ppt/tags/tag495.xml><?xml version="1.0" encoding="utf-8"?>
<p:tagLst xmlns:p="http://schemas.openxmlformats.org/presentationml/2006/main">
  <p:tag name="KSO_WM_UNIT_NOCLEAR" val="0"/>
  <p:tag name="KSO_WM_UNIT_SHOW_EDIT_AREA_INDICATION" val="0"/>
  <p:tag name="KSO_WM_UNIT_VALUE" val="8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t"/>
  <p:tag name="KSO_WM_UNIT_INDEX" val="1_2"/>
  <p:tag name="KSO_WM_UNIT_ID" val="diagram20189831_3*r_t*1_2"/>
  <p:tag name="KSO_WM_TEMPLATE_CATEGORY" val="diagram"/>
  <p:tag name="KSO_WM_TEMPLATE_INDEX" val="20189831"/>
  <p:tag name="KSO_WM_UNIT_LAYERLEVEL" val="1_1"/>
  <p:tag name="KSO_WM_TAG_VERSION" val="1.0"/>
  <p:tag name="KSO_WM_BEAUTIFY_FLAG" val="#wm#"/>
  <p:tag name="KSO_WM_UNIT_DIAGRAM_CONTRAST_TITLE_CNT" val="2"/>
  <p:tag name="KSO_WM_UNIT_DIAGRAM_DIMENSION_TITLE_CNT" val="3"/>
  <p:tag name="KSO_WM_UNIT_PRESET_TEXT" val="单击此处添加标题"/>
  <p:tag name="KSO_WM_UNIT_TEXT_FILL_FORE_SCHEMECOLOR_INDEX" val="9"/>
  <p:tag name="KSO_WM_UNIT_TEXT_FILL_TYPE" val="1"/>
  <p:tag name="KSO_WM_UNIT_USESOURCEFORMAT_APPLY" val="1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ID" val="diagram20189831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2"/>
  <p:tag name="KSO_WM_TEMPLATE_MASTER_THUMB_INDEX" val="0"/>
  <p:tag name="KSO_WM_UNIT_SHOW_EDIT_AREA_INDICATION" val="0"/>
  <p:tag name="KSO_WM_SLIDE_SIZE" val="960*212.572"/>
  <p:tag name="KSO_WM_SLIDE_POSITION" val="0*207.549"/>
  <p:tag name="KSO_WM_DIAGRAM_GROUP_CODE" val="r1-1"/>
  <p:tag name="KSO_WM_SLIDE_DIAGTYPE" val="r"/>
  <p:tag name="KSO_WM_TAG_VERSION" val="1.0"/>
  <p:tag name="KSO_WM_BEAUTIFY_FLAG" val="#wm#"/>
  <p:tag name="KSO_WM_TEMPLATE_CATEGORY" val="diagram"/>
  <p:tag name="KSO_WM_TEMPLATE_INDEX" val="20189831"/>
  <p:tag name="KSO_WM_SLIDE_LAYOUT" val="a_r"/>
  <p:tag name="KSO_WM_SLIDE_LAYOUT_CNT" val="1_1"/>
  <p:tag name="KSO_WM_SPECIAL_SOURCE" val="bdnull"/>
</p:tagLst>
</file>

<file path=ppt/tags/tag498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846_1*a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846_1*i*3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0846_1*i*4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0846_1*i*5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0846_1*i*6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0846_1*i*7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505.xml><?xml version="1.0" encoding="utf-8"?>
<p:tagLst xmlns:p="http://schemas.openxmlformats.org/presentationml/2006/main">
  <p:tag name="KSO_WM_SLIDE_ID" val="diagram20200846_1"/>
  <p:tag name="KSO_WM_TEMPLATE_SUBCATEGORY" val="15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00846"/>
  <p:tag name="KSO_WM_SLIDE_LAYOUT" val="a_f"/>
  <p:tag name="KSO_WM_SLIDE_LAYOUT_CNT" val="1_1"/>
  <p:tag name="KSO_WM_SLIDE_TYPE" val="text"/>
  <p:tag name="KSO_WM_SLIDE_SUBTYPE" val="pureTxt"/>
  <p:tag name="KSO_WM_SLIDE_SIZE" val="886*452"/>
  <p:tag name="KSO_WM_SLIDE_POSITION" val="37*37"/>
  <p:tag name="KSO_WM_SPECIAL_SOURCE" val="bdnull"/>
</p:tagLst>
</file>

<file path=ppt/tags/tag506.xml><?xml version="1.0" encoding="utf-8"?>
<p:tagLst xmlns:p="http://schemas.openxmlformats.org/presentationml/2006/main">
  <p:tag name="KSO_WM_UNIT_CHART_COLOR_TABLE_INDEX" val="0"/>
  <p:tag name="KSO_WM_UNIT_CHART_SERIES_MAJOR_INDEX" val="1"/>
  <p:tag name="KSO_WM_UNIT_CHART_SERIES_MINOR_INDEXES" val="0"/>
  <p:tag name="KSO_WM_UNIT_CHART_SERIES_ATTACHED_FORMULA_TYPE" val="2"/>
  <p:tag name="KSO_WM_UNIT_CHART_DATALABEL_VISIBLE" val="1"/>
  <p:tag name="KSO_WM_UNIT_CHART_DATALABEL_POSITION" val="1"/>
  <p:tag name="KSO_WM_UNIT_CHART_EMPHASIZE_MODE" val="0"/>
  <p:tag name="KSO_WM_UNIT_CHART_SERIES_COUNT_MODIFIABLE" val="0"/>
  <p:tag name="KSO_WM_UNIT_CHART_THEME_COLOR_TABLE" val="0,FFFFFF,44546A,E7E6E6,32AB9F,F2F2F2,84C4C6,386AA2,F2F2F2,FF9900;808080,F2F2F2,D6DCE5,D1CFCF,D2F2EF,DADADA,E6F3F4,D4E1F0,DADADA,FFEBCC;595959,D9D9D9,ADBACB,AFACAC,A6E5DE,B5B5B5,CEE7E8,A8C3E1,B5B5B5,FFD899;404040,BFBFBF,8497B0,767171,79D8CE,797979,B5DCDD,7DA5D2,797979,FFC467;262626,A6A6A6,333F50,3B3939,268177,3C3C3C,4EA6A9,2A4F7A,3C3C3C,C07500;D0D0D,808080,222A35,181717,195650,181818,346F71,1C3551,181818,804E00"/>
  <p:tag name="KSO_WM_UNIT_DIAGRAM_MODELTYPE" val="smartChart"/>
  <p:tag name="KSO_WM_UNIT_SMART_CHART_SUBTYPE" val="b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α"/>
  <p:tag name="KSO_WM_UNIT_INDEX" val="1_1_1"/>
  <p:tag name="KSO_WM_UNIT_ID" val="diagram20200893_1*ζ_h_α*1_1_1"/>
  <p:tag name="KSO_WM_TEMPLATE_CATEGORY" val="diagram"/>
  <p:tag name="KSO_WM_TEMPLATE_INDEX" val="20200893"/>
  <p:tag name="KSO_WM_UNIT_LAYERLEVEL" val="1_1_1"/>
  <p:tag name="KSO_WM_TAG_VERSION" val="1.0"/>
  <p:tag name="KSO_WM_BEAUTIFY_FLAG" val="#wm#"/>
  <p:tag name="KSO_WM_UNIT_USESOURCEFORMAT_APPLY" val="1"/>
</p:tagLst>
</file>

<file path=ppt/tags/tag507.xml><?xml version="1.0" encoding="utf-8"?>
<p:tagLst xmlns:p="http://schemas.openxmlformats.org/presentationml/2006/main">
  <p:tag name="KSO_WM_UNIT_ISCONTENTSTITLE" val="0"/>
  <p:tag name="KSO_WM_UNIT_PRESET_TEXT" val="单击此处添加大标题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a"/>
  <p:tag name="KSO_WM_UNIT_INDEX" val="1"/>
  <p:tag name="KSO_WM_UNIT_ID" val="diagram20200893_1*a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08.xml><?xml version="1.0" encoding="utf-8"?>
<p:tagLst xmlns:p="http://schemas.openxmlformats.org/presentationml/2006/main">
  <p:tag name="KSO_WM_UNIT_SMART_CHART_SUBTYPE" val="b"/>
  <p:tag name="KSO_WM_UNIT_CHART_COLOR_TABLE_INDEX" val="0"/>
  <p:tag name="KSO_WM_UNIT_CHART_EMPHASIZE_HAT" val="0"/>
  <p:tag name="KSO_WM_UNIT_CHART_COMPONENT_FLAG" val="0"/>
  <p:tag name="KSO_WM_UNIT_PRESET_TEXT" val="0.6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f"/>
  <p:tag name="KSO_WM_UNIT_INDEX" val="2"/>
  <p:tag name="KSO_WM_UNIT_ID" val="diagram20200893_1*f*2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USESOURCEFORMAT_APPLY" val="1"/>
</p:tagLst>
</file>

<file path=ppt/tags/tag509.xml><?xml version="1.0" encoding="utf-8"?>
<p:tagLst xmlns:p="http://schemas.openxmlformats.org/presentationml/2006/main">
  <p:tag name="KSO_WM_UNIT_CHART_FILL_PICTURE" val="0"/>
  <p:tag name="KSO_WM_UNIT_CHART_COLOR_ROWS" val="0,0,0,0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200893_1*i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510.xml><?xml version="1.0" encoding="utf-8"?>
<p:tagLst xmlns:p="http://schemas.openxmlformats.org/presentationml/2006/main">
  <p:tag name="KSO_WM_UNIT_CHART_EMPHASIZE_BODY" val="0"/>
  <p:tag name="KSO_WM_UNIT_CHART_COMPONENT_FLAG" val="0"/>
</p:tagLst>
</file>

<file path=ppt/tags/tag511.xml><?xml version="1.0" encoding="utf-8"?>
<p:tagLst xmlns:p="http://schemas.openxmlformats.org/presentationml/2006/main">
  <p:tag name="KSO_WM_UNIT_CHART_COMPARISON_MODE" val="0"/>
  <p:tag name="KSO_WM_UNIT_CHART_COMPARISON_MIN_SIZE" val="110"/>
</p:tagLst>
</file>

<file path=ppt/tags/tag512.xml><?xml version="1.0" encoding="utf-8"?>
<p:tagLst xmlns:p="http://schemas.openxmlformats.org/presentationml/2006/main">
  <p:tag name="KSO_WM_UNIT_CHART_COMPONENT_FLAG" val="0"/>
  <p:tag name="KSO_WM_UNIT_TYPE" val="f"/>
</p:tagLst>
</file>

<file path=ppt/tags/tag513.xml><?xml version="1.0" encoding="utf-8"?>
<p:tagLst xmlns:p="http://schemas.openxmlformats.org/presentationml/2006/main">
  <p:tag name="KSO_WM_UNIT_CHART_COMPONENT_FLAG" val="0"/>
</p:tagLst>
</file>

<file path=ppt/tags/tag514.xml><?xml version="1.0" encoding="utf-8"?>
<p:tagLst xmlns:p="http://schemas.openxmlformats.org/presentationml/2006/main">
  <p:tag name="KSO_WM_UNIT_CHART_COMPONENT_FLAG" val="0"/>
</p:tagLst>
</file>

<file path=ppt/tags/tag515.xml><?xml version="1.0" encoding="utf-8"?>
<p:tagLst xmlns:p="http://schemas.openxmlformats.org/presentationml/2006/main">
  <p:tag name="KSO_WM_UNIT_CHART_COMPONENT_FLAG" val="0"/>
</p:tagLst>
</file>

<file path=ppt/tags/tag516.xml><?xml version="1.0" encoding="utf-8"?>
<p:tagLst xmlns:p="http://schemas.openxmlformats.org/presentationml/2006/main">
  <p:tag name="KSO_WM_UNIT_CHART_COMPONENT_FLAG" val="0"/>
</p:tagLst>
</file>

<file path=ppt/tags/tag517.xml><?xml version="1.0" encoding="utf-8"?>
<p:tagLst xmlns:p="http://schemas.openxmlformats.org/presentationml/2006/main">
  <p:tag name="KSO_WM_UNIT_CHART_COMPARISON_LINE_VERTICAL" val="1"/>
  <p:tag name="KSO_WM_UNIT_CHART_COMPONENT_FLAG" val="0"/>
</p:tagLst>
</file>

<file path=ppt/tags/tag518.xml><?xml version="1.0" encoding="utf-8"?>
<p:tagLst xmlns:p="http://schemas.openxmlformats.org/presentationml/2006/main">
  <p:tag name="KSO_WM_UNIT_CHART_COMPARISON_LINE_HORIZONTAL" val="0"/>
  <p:tag name="KSO_WM_UNIT_CHART_COMPONENT_FLAG" val="0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520.xml><?xml version="1.0" encoding="utf-8"?>
<p:tagLst xmlns:p="http://schemas.openxmlformats.org/presentationml/2006/main">
  <p:tag name="KSO_WM_SLIDE_ID" val="diagram20200893_1"/>
  <p:tag name="KSO_WM_TEMPLATE_SUBCATEGORY" val="0"/>
  <p:tag name="KSO_WM_SLIDE_TYPE" val="text"/>
  <p:tag name="KSO_WM_SLIDE_SUBTYPE" val="diag"/>
  <p:tag name="KSO_WM_SLIDE_ITEM_CNT" val="1"/>
  <p:tag name="KSO_WM_SLIDE_INDEX" val="1"/>
  <p:tag name="KSO_WM_SLIDE_SIZE" val="719.687*368.75"/>
  <p:tag name="KSO_WM_SLIDE_POSITION" val="112.957*125.617"/>
  <p:tag name="KSO_WM_DIAGRAM_GROUP_CODE" val="ζ1-1"/>
  <p:tag name="KSO_WM_SLIDE_DIAGTYPE" val="ζ"/>
  <p:tag name="KSO_WM_TAG_VERSION" val="1.0"/>
  <p:tag name="KSO_WM_BEAUTIFY_FLAG" val="#wm#"/>
  <p:tag name="KSO_WM_TEMPLATE_CATEGORY" val="diagram"/>
  <p:tag name="KSO_WM_TEMPLATE_INDEX" val="20200893"/>
  <p:tag name="KSO_WM_SLIDE_LAYOUT" val="a_f_ζ"/>
  <p:tag name="KSO_WM_SLIDE_LAYOUT_CNT" val="1_2_1"/>
  <p:tag name="KSO_WM_SPECIAL_SOURCE" val="bdnull"/>
</p:tagLst>
</file>

<file path=ppt/tags/tag521.xml><?xml version="1.0" encoding="utf-8"?>
<p:tagLst xmlns:p="http://schemas.openxmlformats.org/presentationml/2006/main">
  <p:tag name="KSO_WM_UNIT_CHART_COLOR_TABLE_INDEX" val="0"/>
  <p:tag name="KSO_WM_UNIT_CHART_SERIES_MAJOR_INDEX" val="1"/>
  <p:tag name="KSO_WM_UNIT_CHART_SERIES_MINOR_INDEXES" val="0"/>
  <p:tag name="KSO_WM_UNIT_CHART_SERIES_ATTACHED_FORMULA_TYPE" val="2"/>
  <p:tag name="KSO_WM_UNIT_CHART_DATALABEL_VISIBLE" val="1"/>
  <p:tag name="KSO_WM_UNIT_CHART_DATALABEL_POSITION" val="1"/>
  <p:tag name="KSO_WM_UNIT_CHART_EMPHASIZE_MODE" val="0"/>
  <p:tag name="KSO_WM_UNIT_CHART_SERIES_COUNT_MODIFIABLE" val="0"/>
  <p:tag name="KSO_WM_UNIT_CHART_THEME_COLOR_TABLE" val="0,FFFFFF,44546A,E7E6E6,32AB9F,F2F2F2,84C4C6,386AA2,F2F2F2,FF9900;808080,F2F2F2,D6DCE5,D1CFCF,D2F2EF,DADADA,E6F3F4,D4E1F0,DADADA,FFEBCC;595959,D9D9D9,ADBACB,AFACAC,A6E5DE,B5B5B5,CEE7E8,A8C3E1,B5B5B5,FFD899;404040,BFBFBF,8497B0,767171,79D8CE,797979,B5DCDD,7DA5D2,797979,FFC467;262626,A6A6A6,333F50,3B3939,268177,3C3C3C,4EA6A9,2A4F7A,3C3C3C,C07500;D0D0D,808080,222A35,181717,195650,181818,346F71,1C3551,181818,804E00"/>
  <p:tag name="KSO_WM_UNIT_DIAGRAM_MODELTYPE" val="smartChart"/>
  <p:tag name="KSO_WM_UNIT_SMART_CHART_SUBTYPE" val="b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α"/>
  <p:tag name="KSO_WM_UNIT_INDEX" val="1_1_1"/>
  <p:tag name="KSO_WM_UNIT_ID" val="diagram20200893_1*ζ_h_α*1_1_1"/>
  <p:tag name="KSO_WM_TEMPLATE_CATEGORY" val="diagram"/>
  <p:tag name="KSO_WM_TEMPLATE_INDEX" val="20200893"/>
  <p:tag name="KSO_WM_UNIT_LAYERLEVEL" val="1_1_1"/>
  <p:tag name="KSO_WM_TAG_VERSION" val="1.0"/>
  <p:tag name="KSO_WM_BEAUTIFY_FLAG" val="#wm#"/>
  <p:tag name="KSO_WM_UNIT_USESOURCEFORMAT_APPLY" val="1"/>
</p:tagLst>
</file>

<file path=ppt/tags/tag522.xml><?xml version="1.0" encoding="utf-8"?>
<p:tagLst xmlns:p="http://schemas.openxmlformats.org/presentationml/2006/main">
  <p:tag name="KSO_WM_UNIT_ISCONTENTSTITLE" val="0"/>
  <p:tag name="KSO_WM_UNIT_PRESET_TEXT" val="单击此处添加大标题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a"/>
  <p:tag name="KSO_WM_UNIT_INDEX" val="1"/>
  <p:tag name="KSO_WM_UNIT_ID" val="diagram20200893_1*a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23.xml><?xml version="1.0" encoding="utf-8"?>
<p:tagLst xmlns:p="http://schemas.openxmlformats.org/presentationml/2006/main">
  <p:tag name="KSO_WM_UNIT_SMART_CHART_SUBTYPE" val="b"/>
  <p:tag name="KSO_WM_UNIT_CHART_COLOR_TABLE_INDEX" val="0"/>
  <p:tag name="KSO_WM_UNIT_CHART_EMPHASIZE_HAT" val="0"/>
  <p:tag name="KSO_WM_UNIT_CHART_COMPONENT_FLAG" val="0"/>
  <p:tag name="KSO_WM_UNIT_PRESET_TEXT" val="0.6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f"/>
  <p:tag name="KSO_WM_UNIT_INDEX" val="2"/>
  <p:tag name="KSO_WM_UNIT_ID" val="diagram20200893_1*f*2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USESOURCEFORMAT_APPLY" val="1"/>
</p:tagLst>
</file>

<file path=ppt/tags/tag524.xml><?xml version="1.0" encoding="utf-8"?>
<p:tagLst xmlns:p="http://schemas.openxmlformats.org/presentationml/2006/main">
  <p:tag name="KSO_WM_UNIT_CHART_FILL_PICTURE" val="0"/>
  <p:tag name="KSO_WM_UNIT_CHART_COLOR_ROWS" val="0,0,0,0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200893_1*i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525.xml><?xml version="1.0" encoding="utf-8"?>
<p:tagLst xmlns:p="http://schemas.openxmlformats.org/presentationml/2006/main">
  <p:tag name="KSO_WM_UNIT_CHART_EMPHASIZE_BODY" val="0"/>
  <p:tag name="KSO_WM_UNIT_CHART_COMPONENT_FLAG" val="0"/>
</p:tagLst>
</file>

<file path=ppt/tags/tag526.xml><?xml version="1.0" encoding="utf-8"?>
<p:tagLst xmlns:p="http://schemas.openxmlformats.org/presentationml/2006/main">
  <p:tag name="KSO_WM_UNIT_CHART_COMPARISON_MODE" val="0"/>
  <p:tag name="KSO_WM_UNIT_CHART_COMPARISON_MIN_SIZE" val="110"/>
</p:tagLst>
</file>

<file path=ppt/tags/tag527.xml><?xml version="1.0" encoding="utf-8"?>
<p:tagLst xmlns:p="http://schemas.openxmlformats.org/presentationml/2006/main">
  <p:tag name="KSO_WM_UNIT_CHART_COMPONENT_FLAG" val="0"/>
  <p:tag name="KSO_WM_UNIT_TYPE" val="f"/>
</p:tagLst>
</file>

<file path=ppt/tags/tag528.xml><?xml version="1.0" encoding="utf-8"?>
<p:tagLst xmlns:p="http://schemas.openxmlformats.org/presentationml/2006/main">
  <p:tag name="KSO_WM_UNIT_CHART_COMPONENT_FLAG" val="0"/>
</p:tagLst>
</file>

<file path=ppt/tags/tag529.xml><?xml version="1.0" encoding="utf-8"?>
<p:tagLst xmlns:p="http://schemas.openxmlformats.org/presentationml/2006/main">
  <p:tag name="KSO_WM_UNIT_CHART_COMPONENT_FLAG" val="0"/>
</p:tagLst>
</file>

<file path=ppt/tags/tag530.xml><?xml version="1.0" encoding="utf-8"?>
<p:tagLst xmlns:p="http://schemas.openxmlformats.org/presentationml/2006/main">
  <p:tag name="KSO_WM_UNIT_CHART_COMPONENT_FLAG" val="0"/>
</p:tagLst>
</file>

<file path=ppt/tags/tag531.xml><?xml version="1.0" encoding="utf-8"?>
<p:tagLst xmlns:p="http://schemas.openxmlformats.org/presentationml/2006/main">
  <p:tag name="KSO_WM_UNIT_CHART_COMPONENT_FLAG" val="0"/>
</p:tagLst>
</file>

<file path=ppt/tags/tag532.xml><?xml version="1.0" encoding="utf-8"?>
<p:tagLst xmlns:p="http://schemas.openxmlformats.org/presentationml/2006/main">
  <p:tag name="KSO_WM_UNIT_CHART_COMPARISON_LINE_VERTICAL" val="1"/>
  <p:tag name="KSO_WM_UNIT_CHART_COMPONENT_FLAG" val="0"/>
</p:tagLst>
</file>

<file path=ppt/tags/tag533.xml><?xml version="1.0" encoding="utf-8"?>
<p:tagLst xmlns:p="http://schemas.openxmlformats.org/presentationml/2006/main">
  <p:tag name="KSO_WM_UNIT_CHART_COMPARISON_LINE_HORIZONTAL" val="0"/>
  <p:tag name="KSO_WM_UNIT_CHART_COMPONENT_FLAG" val="0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ID" val="diagram20200893_1"/>
  <p:tag name="KSO_WM_TEMPLATE_SUBCATEGORY" val="0"/>
  <p:tag name="KSO_WM_SLIDE_TYPE" val="text"/>
  <p:tag name="KSO_WM_SLIDE_SUBTYPE" val="diag"/>
  <p:tag name="KSO_WM_SLIDE_ITEM_CNT" val="1"/>
  <p:tag name="KSO_WM_SLIDE_INDEX" val="1"/>
  <p:tag name="KSO_WM_SLIDE_SIZE" val="719.687*368.75"/>
  <p:tag name="KSO_WM_SLIDE_POSITION" val="112.957*125.617"/>
  <p:tag name="KSO_WM_DIAGRAM_GROUP_CODE" val="ζ1-1"/>
  <p:tag name="KSO_WM_SLIDE_DIAGTYPE" val="ζ"/>
  <p:tag name="KSO_WM_TAG_VERSION" val="1.0"/>
  <p:tag name="KSO_WM_BEAUTIFY_FLAG" val="#wm#"/>
  <p:tag name="KSO_WM_TEMPLATE_CATEGORY" val="diagram"/>
  <p:tag name="KSO_WM_TEMPLATE_INDEX" val="20200893"/>
  <p:tag name="KSO_WM_SLIDE_LAYOUT" val="a_f_ζ"/>
  <p:tag name="KSO_WM_SLIDE_LAYOUT_CNT" val="1_2_1"/>
  <p:tag name="KSO_WM_SPECIAL_SOURCE" val="bdnull"/>
</p:tagLst>
</file>

<file path=ppt/tags/tag536.xml><?xml version="1.0" encoding="utf-8"?>
<p:tagLst xmlns:p="http://schemas.openxmlformats.org/presentationml/2006/main">
  <p:tag name="KSO_WM_UNIT_ISCONTENTSTITLE" val="0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81_1*f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训练通常利用崇山峻岭、翰海大川等自然环境，通过精心设计的活动达到“磨练意志、陶冶情操、完善人格、熔炼团队”的拓展培训目的。"/>
  <p:tag name="KSO_WM_UNIT_SUBTYPE" val="a"/>
</p:tagLst>
</file>

<file path=ppt/tags/tag537.xml><?xml version="1.0" encoding="utf-8"?>
<p:tagLst xmlns:p="http://schemas.openxmlformats.org/presentationml/2006/main">
  <p:tag name="KSO_WM_UNIT_ISCONTENTS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481_1*a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&#13;训练目的"/>
  <p:tag name="KSO_WM_UNIT_ISNUMDGMTITLE" val="0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2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540.xml><?xml version="1.0" encoding="utf-8"?>
<p:tagLst xmlns:p="http://schemas.openxmlformats.org/presentationml/2006/main">
  <p:tag name="KSO_WM_SLIDE_ID" val="diagram20200481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41*391"/>
  <p:tag name="KSO_WM_SLIDE_POSITION" val="41*74"/>
  <p:tag name="KSO_WM_TAG_VERSION" val="1.0"/>
  <p:tag name="KSO_WM_BEAUTIFY_FLAG" val="#wm#"/>
  <p:tag name="KSO_WM_TEMPLATE_CATEGORY" val="diagram"/>
  <p:tag name="KSO_WM_TEMPLATE_INDEX" val="20200481"/>
  <p:tag name="KSO_WM_SLIDE_LAYOUT" val="a_f"/>
  <p:tag name="KSO_WM_SLIDE_LAYOUT_CNT" val="1_1"/>
  <p:tag name="KSO_WM_SPECIAL_SOURCE" val="bdnull"/>
</p:tagLst>
</file>

<file path=ppt/tags/tag541.xml><?xml version="1.0" encoding="utf-8"?>
<p:tagLst xmlns:p="http://schemas.openxmlformats.org/presentationml/2006/main">
  <p:tag name="KSO_WM_UNIT_NOCLEAR" val="0"/>
  <p:tag name="KSO_WM_UNIT_SHOW_EDIT_AREA_INDICATION" val="0"/>
  <p:tag name="KSO_WM_UNIT_VALUE" val="1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v"/>
  <p:tag name="KSO_WM_UNIT_INDEX" val="1_1"/>
  <p:tag name="KSO_WM_UNIT_ID" val="diagram20186023_2*r_v*1_1"/>
  <p:tag name="KSO_WM_TEMPLATE_CATEGORY" val="diagram"/>
  <p:tag name="KSO_WM_TEMPLATE_INDEX" val="20186023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文本具体内容"/>
  <p:tag name="KSO_WM_UNIT_TEXT_FILL_FORE_SCHEMECOLOR_INDEX" val="1"/>
  <p:tag name="KSO_WM_UNIT_TEXT_FILL_TYPE" val="1"/>
  <p:tag name="KSO_WM_UNIT_USESOURCEFORMAT_APPLY" val="1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3"/>
  <p:tag name="KSO_WM_UNIT_ID" val="diagram20186023_2*r_i*1_3"/>
  <p:tag name="KSO_WM_TEMPLATE_CATEGORY" val="diagram"/>
  <p:tag name="KSO_WM_TEMPLATE_INDEX" val="20186023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2"/>
  <p:tag name="KSO_WM_UNIT_ID" val="diagram20186023_2*r_i*1_2"/>
  <p:tag name="KSO_WM_TEMPLATE_CATEGORY" val="diagram"/>
  <p:tag name="KSO_WM_TEMPLATE_INDEX" val="20186023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9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1"/>
  <p:tag name="KSO_WM_UNIT_ID" val="diagram20186023_2*r_i*1_1"/>
  <p:tag name="KSO_WM_TEMPLATE_CATEGORY" val="diagram"/>
  <p:tag name="KSO_WM_TEMPLATE_INDEX" val="20186023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4"/>
  <p:tag name="KSO_WM_UNIT_ID" val="diagram20186023_2*r_i*1_4"/>
  <p:tag name="KSO_WM_TEMPLATE_CATEGORY" val="diagram"/>
  <p:tag name="KSO_WM_TEMPLATE_INDEX" val="20186023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7"/>
  <p:tag name="KSO_WM_UNIT_ID" val="diagram20186023_2*r_i*1_7"/>
  <p:tag name="KSO_WM_TEMPLATE_CATEGORY" val="diagram"/>
  <p:tag name="KSO_WM_TEMPLATE_INDEX" val="20186023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TEXT_FILL_FORE_SCHEMECOLOR_INDEX" val="2"/>
  <p:tag name="KSO_WM_UNIT_TEXT_FILL_TYPE" val="1"/>
  <p:tag name="KSO_WM_UNIT_USESOURCEFORMAT_APPLY" val="1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i"/>
  <p:tag name="KSO_WM_UNIT_INDEX" val="1_8"/>
  <p:tag name="KSO_WM_UNIT_ID" val="diagram20186023_2*r_i*1_8"/>
  <p:tag name="KSO_WM_TEMPLATE_CATEGORY" val="diagram"/>
  <p:tag name="KSO_WM_TEMPLATE_INDEX" val="20186023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TEXT_FILL_FORE_SCHEMECOLOR_INDEX" val="2"/>
  <p:tag name="KSO_WM_UNIT_TEXT_FILL_TYPE" val="1"/>
  <p:tag name="KSO_WM_UNIT_USESOURCEFORMAT_APPLY" val="1"/>
</p:tagLst>
</file>

<file path=ppt/tags/tag548.xml><?xml version="1.0" encoding="utf-8"?>
<p:tagLst xmlns:p="http://schemas.openxmlformats.org/presentationml/2006/main">
  <p:tag name="KSO_WM_UNIT_NOCLEAR" val="0"/>
  <p:tag name="KSO_WM_UNIT_SHOW_EDIT_AREA_INDICATION" val="0"/>
  <p:tag name="KSO_WM_UNIT_VALUE" val="28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v"/>
  <p:tag name="KSO_WM_UNIT_INDEX" val="1_2"/>
  <p:tag name="KSO_WM_UNIT_ID" val="diagram20186023_2*r_v*1_2"/>
  <p:tag name="KSO_WM_TEMPLATE_CATEGORY" val="diagram"/>
  <p:tag name="KSO_WM_TEMPLATE_INDEX" val="20186023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文本具体内容"/>
  <p:tag name="KSO_WM_UNIT_TEXT_FILL_FORE_SCHEMECOLOR_INDEX" val="1"/>
  <p:tag name="KSO_WM_UNIT_TEXT_FILL_TYPE" val="1"/>
  <p:tag name="KSO_WM_UNIT_USESOURCEFORMAT_APPLY" val="1"/>
</p:tagLst>
</file>

<file path=ppt/tags/tag549.xml><?xml version="1.0" encoding="utf-8"?>
<p:tagLst xmlns:p="http://schemas.openxmlformats.org/presentationml/2006/main">
  <p:tag name="KSO_WM_UNIT_NOCLEAR" val="0"/>
  <p:tag name="KSO_WM_UNIT_SHOW_EDIT_AREA_INDICATION" val="0"/>
  <p:tag name="KSO_WM_UNIT_VALUE" val="13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t"/>
  <p:tag name="KSO_WM_UNIT_INDEX" val="1_2"/>
  <p:tag name="KSO_WM_UNIT_ID" val="diagram20186023_2*r_t*1_2"/>
  <p:tag name="KSO_WM_TEMPLATE_CATEGORY" val="diagram"/>
  <p:tag name="KSO_WM_TEMPLATE_INDEX" val="20186023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550.xml><?xml version="1.0" encoding="utf-8"?>
<p:tagLst xmlns:p="http://schemas.openxmlformats.org/presentationml/2006/main">
  <p:tag name="KSO_WM_UNIT_NOCLEAR" val="0"/>
  <p:tag name="KSO_WM_UNIT_SHOW_EDIT_AREA_INDICATION" val="0"/>
  <p:tag name="KSO_WM_UNIT_VALUE" val="13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t"/>
  <p:tag name="KSO_WM_UNIT_INDEX" val="1_1"/>
  <p:tag name="KSO_WM_UNIT_ID" val="diagram20186023_2*r_t*1_1"/>
  <p:tag name="KSO_WM_TEMPLATE_CATEGORY" val="diagram"/>
  <p:tag name="KSO_WM_TEMPLATE_INDEX" val="20186023"/>
  <p:tag name="KSO_WM_UNIT_LAYERLEVEL" val="1_1"/>
  <p:tag name="KSO_WM_TAG_VERSION" val="1.0"/>
  <p:tag name="KSO_WM_BEAUTIFY_FLAG" val="#wm#"/>
  <p:tag name="KSO_WM_UNIT_DIAGRAM_CONTRAST_TITLE_CNT" val="2"/>
  <p:tag name="KSO_WM_UNIT_DIAGRAM_DIMENSION_TITLE_CNT" val="2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551.xml><?xml version="1.0" encoding="utf-8"?>
<p:tagLst xmlns:p="http://schemas.openxmlformats.org/presentationml/2006/main">
  <p:tag name="KSO_WM_UNIT_ISCONTENTSTITLE" val="0"/>
  <p:tag name="KSO_WM_UNIT_PRESET_TEXT" val="单击此处添加大标题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a"/>
  <p:tag name="KSO_WM_UNIT_INDEX" val="1"/>
  <p:tag name="KSO_WM_UNIT_ID" val="diagram20200893_1*a*1"/>
  <p:tag name="KSO_WM_TEMPLATE_CATEGORY" val="diagram"/>
  <p:tag name="KSO_WM_TEMPLATE_INDEX" val="20200893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846_1*i*1"/>
  <p:tag name="KSO_WM_TEMPLATE_CATEGORY" val="diagram"/>
  <p:tag name="KSO_WM_TEMPLATE_INDEX" val="20200846"/>
  <p:tag name="KSO_WM_UNIT_LAYERLEVEL" val="1"/>
  <p:tag name="KSO_WM_TAG_VERSION" val="1.0"/>
  <p:tag name="KSO_WM_BEAUTIFY_FLAG" val="#wm#"/>
</p:tagLst>
</file>

<file path=ppt/tags/tag553.xml><?xml version="1.0" encoding="utf-8"?>
<p:tagLst xmlns:p="http://schemas.openxmlformats.org/presentationml/2006/main">
  <p:tag name="KSO_WM_SLIDE_ID" val="diagram20186023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2"/>
  <p:tag name="KSO_WM_TEMPLATE_MASTER_THUMB_INDEX" val="0"/>
  <p:tag name="KSO_WM_UNIT_SHOW_EDIT_AREA_INDICATION" val="0"/>
  <p:tag name="KSO_WM_SLIDE_SIZE" val="821.067*253.241"/>
  <p:tag name="KSO_WM_SLIDE_POSITION" val="69.9117*175.331"/>
  <p:tag name="KSO_WM_DIAGRAM_GROUP_CODE" val="r1-1"/>
  <p:tag name="KSO_WM_SLIDE_DIAGTYPE" val="r"/>
  <p:tag name="KSO_WM_TAG_VERSION" val="1.0"/>
  <p:tag name="KSO_WM_BEAUTIFY_FLAG" val="#wm#"/>
  <p:tag name="KSO_WM_TEMPLATE_CATEGORY" val="diagram"/>
  <p:tag name="KSO_WM_TEMPLATE_INDEX" val="20186023"/>
  <p:tag name="KSO_WM_SLIDE_LAYOUT" val="a_r"/>
  <p:tag name="KSO_WM_SLIDE_LAYOUT_CNT" val="1_1"/>
  <p:tag name="KSO_WM_SPECIAL_SOURCE" val="bdnull"/>
</p:tagLst>
</file>

<file path=ppt/tags/tag554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600_1*a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600_1*i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556.xml><?xml version="1.0" encoding="utf-8"?>
<p:tagLst xmlns:p="http://schemas.openxmlformats.org/presentationml/2006/main">
  <p:tag name="KSO_WM_SLIDE_ID" val="diagram20201600_1"/>
  <p:tag name="KSO_WM_TEMPLATE_SUBCATEGORY" val="0"/>
  <p:tag name="KSO_WM_SLIDE_TYPE" val="text"/>
  <p:tag name="KSO_WM_SLIDE_SUBTYPE" val="picTxt"/>
  <p:tag name="KSO_WM_SLIDE_ITEM_CNT" val="0"/>
  <p:tag name="KSO_WM_SLIDE_INDEX" val="1"/>
  <p:tag name="KSO_WM_SLIDE_SIZE" val="885*448"/>
  <p:tag name="KSO_WM_SLIDE_POSITION" val="37*42"/>
  <p:tag name="KSO_WM_TAG_VERSION" val="1.0"/>
  <p:tag name="KSO_WM_BEAUTIFY_FLAG" val="#wm#"/>
  <p:tag name="KSO_WM_TEMPLATE_CATEGORY" val="diagram"/>
  <p:tag name="KSO_WM_TEMPLATE_INDEX" val="20201600"/>
  <p:tag name="KSO_WM_SLIDE_LAYOUT" val="a_d_f"/>
  <p:tag name="KSO_WM_SLIDE_LAYOUT_CNT" val="1_2_1"/>
  <p:tag name="KSO_WM_SLIDE_LAYOUT_INFO" val="{&quot;direction&quot;:0,&quot;horizontalAlign&quot;:-1,&quot;verticalAlign&quot;:-1,&quot;type&quot;:1,&quot;diagramDirection&quot;:0,&quot;canSetOverLayout&quot;:0,&quot;isOverLayout&quot;:0,&quot;backgroundInfo&quot;:[{&quot;type&quot;:&quot;general&quot;,&quot;left&quot;:&quot;NaN&quot;,&quot;top&quot;:&quot;NaN&quot;,&quot;right&quot;:&quot;NaN&quot;,&quot;bottom&quot;:&quot;NaN&quot;}]}"/>
  <p:tag name="KSO_WM_SLIDE_BACKGROUND" val="[&quot;general&quot;]"/>
  <p:tag name="KSO_WM_SLIDE_RATIO" val="1.777778"/>
  <p:tag name="KSO_WM_SPECIAL_SOURCE" val="bdnull"/>
</p:tagLst>
</file>

<file path=ppt/tags/tag557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600_1*a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600_1*i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559.xml><?xml version="1.0" encoding="utf-8"?>
<p:tagLst xmlns:p="http://schemas.openxmlformats.org/presentationml/2006/main">
  <p:tag name="KSO_WM_SLIDE_ID" val="diagram20201600_1"/>
  <p:tag name="KSO_WM_TEMPLATE_SUBCATEGORY" val="0"/>
  <p:tag name="KSO_WM_SLIDE_TYPE" val="text"/>
  <p:tag name="KSO_WM_SLIDE_SUBTYPE" val="picTxt"/>
  <p:tag name="KSO_WM_SLIDE_ITEM_CNT" val="0"/>
  <p:tag name="KSO_WM_SLIDE_INDEX" val="1"/>
  <p:tag name="KSO_WM_SLIDE_SIZE" val="885*448"/>
  <p:tag name="KSO_WM_SLIDE_POSITION" val="37*42"/>
  <p:tag name="KSO_WM_TAG_VERSION" val="1.0"/>
  <p:tag name="KSO_WM_BEAUTIFY_FLAG" val="#wm#"/>
  <p:tag name="KSO_WM_TEMPLATE_CATEGORY" val="diagram"/>
  <p:tag name="KSO_WM_TEMPLATE_INDEX" val="20201600"/>
  <p:tag name="KSO_WM_SLIDE_LAYOUT" val="a_d_f"/>
  <p:tag name="KSO_WM_SLIDE_LAYOUT_CNT" val="1_2_1"/>
  <p:tag name="KSO_WM_SLIDE_LAYOUT_INFO" val="{&quot;direction&quot;:0,&quot;horizontalAlign&quot;:-1,&quot;verticalAlign&quot;:-1,&quot;type&quot;:1,&quot;diagramDirection&quot;:0,&quot;canSetOverLayout&quot;:0,&quot;isOverLayout&quot;:0,&quot;backgroundInfo&quot;:[{&quot;type&quot;:&quot;general&quot;,&quot;left&quot;:&quot;NaN&quot;,&quot;top&quot;:&quot;NaN&quot;,&quot;right&quot;:&quot;NaN&quot;,&quot;bottom&quot;:&quot;NaN&quot;}]}"/>
  <p:tag name="KSO_WM_SLIDE_BACKGROUND" val="[&quot;general&quot;]"/>
  <p:tag name="KSO_WM_SLIDE_RATIO" val="1.777778"/>
  <p:tag name="KSO_WM_SPECIAL_SOURCE" val="bdnull"/>
</p:tagLst>
</file>

<file path=ppt/tags/tag5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0976_7*a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DEFAULT_FONT" val="36;44;2"/>
  <p:tag name="KSO_WM_UNIT_BLOCK" val="0"/>
  <p:tag name="KSO_WM_UNIT_DEC_AREA_ID" val="ad58175166bc4f63b70744db7376c287"/>
  <p:tag name="KSO_WM_CHIP_GROUPID" val="617275e954cda7cf43af418d"/>
  <p:tag name="KSO_WM_CHIP_XID" val="617275e954cda7cf43af418b"/>
  <p:tag name="KSO_WM_CHIP_FILLAREA_FILL_RULE" val="{&quot;fill_align&quot;:&quot;cm&quot;,&quot;fill_mode&quot;:&quot;adaptive&quot;,&quot;sacle_strategy&quot;:&quot;smart&quot;}"/>
  <p:tag name="KSO_WM_ASSEMBLE_CHIP_INDEX" val="fc45748d90fe4c90af8e23d583b1e882"/>
  <p:tag name="KSO_WM_UNIT_TEXT_FILL_FORE_SCHEMECOLOR_INDEX_BRIGHTNESS" val="0"/>
  <p:tag name="KSO_WM_UNIT_TEXT_FILL_FORE_SCHEMECOLOR_INDEX" val="14"/>
  <p:tag name="KSO_WM_UNIT_TEXT_FILL_TYPE" val="1"/>
</p:tagLst>
</file>

<file path=ppt/tags/tag56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20976_7*e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BLOCK" val="0"/>
  <p:tag name="KSO_WM_UNIT_DEC_AREA_ID" val="74b9cdbc4d024d1abe191c54e1e59268"/>
  <p:tag name="KSO_WM_UNIT_DEFAULT_FONT" val="118;142;2"/>
  <p:tag name="KSO_WM_UNIT_PRESET_TEXT" val="01"/>
  <p:tag name="KSO_WM_UNIT_NOCLEAR" val="0"/>
  <p:tag name="KSO_WM_UNIT_VALUE" val="2"/>
  <p:tag name="KSO_WM_CHIP_GROUPID" val="617275e954cda7cf43af418d"/>
  <p:tag name="KSO_WM_CHIP_XID" val="617275e954cda7cf43af418b"/>
  <p:tag name="KSO_WM_CHIP_FILLAREA_FILL_RULE" val="{&quot;fill_align&quot;:&quot;cm&quot;,&quot;fill_mode&quot;:&quot;adaptive&quot;,&quot;sacle_strategy&quot;:&quot;smart&quot;}"/>
  <p:tag name="KSO_WM_ASSEMBLE_CHIP_INDEX" val="fc45748d90fe4c90af8e23d583b1e882"/>
  <p:tag name="KSO_WM_UNIT_TEXT_FILL_FORE_SCHEMECOLOR_INDEX_BRIGHTNESS" val="0"/>
  <p:tag name="KSO_WM_UNIT_TEXT_FILL_FORE_SCHEMECOLOR_INDEX" val="5"/>
  <p:tag name="KSO_WM_UNIT_TEXT_FILL_TYPE" val="1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20976_7*i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BLOCK" val="0"/>
  <p:tag name="KSO_WM_UNIT_SM_LIMIT_TYPE" val="4"/>
  <p:tag name="KSO_WM_UNIT_DEC_AREA_ID" val="35fe247a8f8b4ba9bce86f1ca7fdb11e"/>
  <p:tag name="KSO_WM_UNIT_DECORATE_INFO" val="{&quot;DecorateInfoH&quot;:{&quot;IsAbs&quot;:false},&quot;DecorateInfoW&quot;:{&quot;IsAbs&quot;:true},&quot;DecorateInfoX&quot;:{&quot;IsAbs&quot;:true,&quot;Pos&quot;:2},&quot;DecorateInfoY&quot;:{&quot;IsAbs&quot;:true,&quot;Pos&quot;:1},&quot;ReferentInfo&quot;:{&quot;Id&quot;:&quot;ad58175166bc4f63b70744db7376c287;cbebdb3316df4acebb25aebf772e514d&quot;,&quot;X&quot;:{&quot;Pos&quot;:0},&quot;Y&quot;:{&quot;Pos&quot;:1}},&quot;whChangeMode&quot;:0}"/>
  <p:tag name="KSO_WM_CHIP_GROUPID" val="617275e954cda7cf43af418d"/>
  <p:tag name="KSO_WM_CHIP_XID" val="617275e954cda7cf43af418b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fc45748d90fe4c90af8e23d583b1e882"/>
  <p:tag name="KSO_WM_UNIT_LINE_FORE_SCHEMECOLOR_INDEX_BRIGHTNESS" val="0"/>
  <p:tag name="KSO_WM_UNIT_LINE_FORE_SCHEMECOLOR_INDEX" val="5"/>
  <p:tag name="KSO_WM_UNIT_LINE_FILL_TYPE" val="2"/>
</p:tagLst>
</file>

<file path=ppt/tags/tag563.xml><?xml version="1.0" encoding="utf-8"?>
<p:tagLst xmlns:p="http://schemas.openxmlformats.org/presentationml/2006/main">
  <p:tag name="KSO_WM_BEAUTIFY_FLAG" val="#wm#"/>
  <p:tag name="KSO_WM_TEMPLATE_CATEGORY" val="custom"/>
  <p:tag name="KSO_WM_TEMPLATE_INDEX" val="20204317"/>
  <p:tag name="KSO_WM_CHIP_INFOS" val="{&quot;layout_type&quot;:&quot;forright2&quot;,&quot;slide_type&quot;:[&quot;sectionTitle&quot;],&quot;aspect_ratio&quot;:&quot;16:9&quot;}"/>
  <p:tag name="KSO_WM_CHIP_XID" val="5ebe041a0ac41c4a0a525598"/>
  <p:tag name="KSO_WM_CHIP_FILLPROP" val="[[{&quot;fill_id&quot;:&quot;c8df1a3465854d8b966b02b3af772576&quot;,&quot;fill_align&quot;:&quot;cm&quot;,&quot;text_align&quot;:&quot;lm&quot;,&quot;text_direction&quot;:&quot;horizontal&quot;,&quot;chip_types&quot;:[&quot;text&quot;,&quot;header&quot;]}]]"/>
  <p:tag name="KSO_WM_SLIDE_ID" val="custom20204317_7"/>
  <p:tag name="KSO_WM_TEMPLATE_SUBCATEGORY" val="21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SLIDE_SIZE" val="540*400"/>
  <p:tag name="KSO_WM_SLIDE_POSITION" val="380*69"/>
  <p:tag name="KSO_WM_TAG_VERSION" val="1.0"/>
  <p:tag name="KSO_WM_SLIDE_LAYOUT" val="a_b_e"/>
  <p:tag name="KSO_WM_SLIDE_LAYOUT_CNT" val="1_1_1"/>
  <p:tag name="KSO_WM_CHIP_GROUPID" val="5ebf6661ddc3daf3fef3f760"/>
  <p:tag name="KSO_WM_SLIDE_LAYOUT_INFO" val="{&quot;id&quot;:&quot;2020-09-27T21:39:45&quot;,&quot;maxSize&quot;:{&quot;size1&quot;:65.901603642216443},&quot;minSize&quot;:{&quot;size1&quot;:57.501603642216438},&quot;normalSize&quot;:{&quot;size1&quot;:61.70160364221644},&quot;subLayout&quot;:[{&quot;id&quot;:&quot;2020-09-27T21:39:45&quot;,&quot;maxSize&quot;:{&quot;size1&quot;:89.778853437914862},&quot;minSize&quot;:{&quot;size1&quot;:77.678853437914853},&quot;normalSize&quot;:{&quot;size1&quot;:84.078853437914859},&quot;subLayout&quot;:[{&quot;id&quot;:&quot;2020-09-27T21:39:45&quot;,&quot;margin&quot;:{&quot;bottom&quot;:1.3915197849273682,&quot;left&quot;:13.405664443969727,&quot;right&quot;:1.4110022783279419,&quot;top&quot;:2.573974609375},&quot;type&quot;:0},{&quot;id&quot;:&quot;2020-09-27T21:39:45&quot;,&quot;margin&quot;:{&quot;bottom&quot;:0.09673541784286499,&quot;left&quot;:13.405664443969727,&quot;right&quot;:1.4110022783279419,&quot;top&quot;:0.15541090071201324},&quot;type&quot;:0}],&quot;type&quot;:0},{&quot;id&quot;:&quot;2020-09-27T21:39:45&quot;,&quot;margin&quot;:{&quot;bottom&quot;:2.5739796161651611,&quot;left&quot;:13.405664443969727,&quot;right&quot;:1.4110022783279419,&quot;top&quot;:0.083181090652942657},&quot;type&quot;:0}],&quot;type&quot;:0}"/>
  <p:tag name="KSO_WM_SLIDE_BK_DARK_LIGHT" val="2"/>
  <p:tag name="KSO_WM_SLIDE_BACKGROUND_TYPE" val="general"/>
  <p:tag name="KSO_WM_SLIDE_SUPPORT_FEATURE_TYPE" val="0"/>
  <p:tag name="KSO_WM_TEMPLATE_ASSEMBLE_XID" val="5f7096040ff15d9a40ec0e22"/>
  <p:tag name="KSO_WM_TEMPLATE_ASSEMBLE_GROUPID" val="5f7096040ff15d9a40ec0e22"/>
  <p:tag name="KSO_WM_SPECIAL_SOURCE" val="bdnull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176507_2*n_h_i*1_1_2"/>
  <p:tag name="KSO_WM_TEMPLATE_CATEGORY" val="diagram"/>
  <p:tag name="KSO_WM_TEMPLATE_INDEX" val="20176507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3"/>
  <p:tag name="KSO_WM_UNIT_ID" val="diagram20176507_2*n_h_i*1_1_3"/>
  <p:tag name="KSO_WM_TEMPLATE_CATEGORY" val="diagram"/>
  <p:tag name="KSO_WM_TEMPLATE_INDEX" val="20176507"/>
  <p:tag name="KSO_WM_UNIT_LAYERLEVEL" val="1_1_1"/>
  <p:tag name="KSO_WM_TAG_VERSION" val="1.0"/>
  <p:tag name="KSO_WM_BEAUTIFY_FLAG" val="#wm#"/>
  <p:tag name="KSO_WM_UNIT_LINE_FORE_SCHEMECOLOR_INDEX" val="8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176507_2*n_h_i*1_1_1"/>
  <p:tag name="KSO_WM_TEMPLATE_CATEGORY" val="diagram"/>
  <p:tag name="KSO_WM_TEMPLATE_INDEX" val="20176507"/>
  <p:tag name="KSO_WM_UNIT_LAYERLEVEL" val="1_1_1"/>
  <p:tag name="KSO_WM_TAG_VERSION" val="1.0"/>
  <p:tag name="KSO_WM_BEAUTIFY_FLAG" val="#wm#"/>
  <p:tag name="KSO_WM_UNIT_LINE_FORE_SCHEMECOLOR_INDEX" val="7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1_1"/>
  <p:tag name="KSO_WM_UNIT_ID" val="diagram20176507_2*n_h_h_i*1_1_1_1"/>
  <p:tag name="KSO_WM_TEMPLATE_CATEGORY" val="diagram"/>
  <p:tag name="KSO_WM_TEMPLATE_INDEX" val="20176507"/>
  <p:tag name="KSO_WM_UNIT_LAYERLEVEL" val="1_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9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2_1"/>
  <p:tag name="KSO_WM_UNIT_ID" val="diagram20176507_2*n_h_h_i*1_1_2_1"/>
  <p:tag name="KSO_WM_TEMPLATE_CATEGORY" val="diagram"/>
  <p:tag name="KSO_WM_TEMPLATE_INDEX" val="20176507"/>
  <p:tag name="KSO_WM_UNIT_LAYERLEVEL" val="1_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7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1_2"/>
  <p:tag name="KSO_WM_UNIT_ID" val="diagram20176507_2*n_h_h_i*1_1_1_2"/>
  <p:tag name="KSO_WM_TEMPLATE_CATEGORY" val="diagram"/>
  <p:tag name="KSO_WM_TEMPLATE_INDEX" val="20176507"/>
  <p:tag name="KSO_WM_UNIT_LAYERLEVEL" val="1_1_1_1"/>
  <p:tag name="KSO_WM_TAG_VERSION" val="1.0"/>
  <p:tag name="KSO_WM_BEAUTIFY_FLAG" val="#wm#"/>
  <p:tag name="KSO_WM_UNIT_FILL_FORE_SCHEMECOLOR_INDEX" val="9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1_2_2"/>
  <p:tag name="KSO_WM_UNIT_ID" val="diagram20176507_2*n_h_h_i*1_1_2_2"/>
  <p:tag name="KSO_WM_TEMPLATE_CATEGORY" val="diagram"/>
  <p:tag name="KSO_WM_TEMPLATE_INDEX" val="20176507"/>
  <p:tag name="KSO_WM_UNIT_LAYERLEVEL" val="1_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571.xml><?xml version="1.0" encoding="utf-8"?>
<p:tagLst xmlns:p="http://schemas.openxmlformats.org/presentationml/2006/main"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1_2_1"/>
  <p:tag name="KSO_WM_UNIT_ID" val="diagram20176507_2*n_h_h_a*1_1_2_1"/>
  <p:tag name="KSO_WM_TEMPLATE_CATEGORY" val="diagram"/>
  <p:tag name="KSO_WM_TEMPLATE_INDEX" val="20176507"/>
  <p:tag name="KSO_WM_UNIT_LAYERLEVEL" val="1_1_1_1"/>
  <p:tag name="KSO_WM_TAG_VERSION" val="1.0"/>
  <p:tag name="KSO_WM_BEAUTIFY_FLAG" val="#wm#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572.xml><?xml version="1.0" encoding="utf-8"?>
<p:tagLst xmlns:p="http://schemas.openxmlformats.org/presentationml/2006/main"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1_2_1"/>
  <p:tag name="KSO_WM_UNIT_ID" val="diagram20176507_2*n_h_h_f*1_1_2_1"/>
  <p:tag name="KSO_WM_TEMPLATE_CATEGORY" val="diagram"/>
  <p:tag name="KSO_WM_TEMPLATE_INDEX" val="20176507"/>
  <p:tag name="KSO_WM_UNIT_LAYERLEVEL" val="1_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573.xml><?xml version="1.0" encoding="utf-8"?>
<p:tagLst xmlns:p="http://schemas.openxmlformats.org/presentationml/2006/main">
  <p:tag name="KSO_WM_UNIT_ISCONTENTS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176507_2*n_h_a*1_1_1"/>
  <p:tag name="KSO_WM_TEMPLATE_CATEGORY" val="diagram"/>
  <p:tag name="KSO_WM_TEMPLATE_INDEX" val="20176507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4"/>
  <p:tag name="KSO_WM_UNIT_TEXT_FILL_TYPE" val="1"/>
  <p:tag name="KSO_WM_UNIT_USESOURCEFORMAT_APPLY" val="1"/>
</p:tagLst>
</file>

<file path=ppt/tags/tag574.xml><?xml version="1.0" encoding="utf-8"?>
<p:tagLst xmlns:p="http://schemas.openxmlformats.org/presentationml/2006/main"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1_1_1"/>
  <p:tag name="KSO_WM_UNIT_ID" val="diagram20176507_2*n_h_h_a*1_1_1_1"/>
  <p:tag name="KSO_WM_TEMPLATE_CATEGORY" val="diagram"/>
  <p:tag name="KSO_WM_TEMPLATE_INDEX" val="20176507"/>
  <p:tag name="KSO_WM_UNIT_LAYERLEVEL" val="1_1_1_1"/>
  <p:tag name="KSO_WM_TAG_VERSION" val="1.0"/>
  <p:tag name="KSO_WM_BEAUTIFY_FLAG" val="#wm#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575.xml><?xml version="1.0" encoding="utf-8"?>
<p:tagLst xmlns:p="http://schemas.openxmlformats.org/presentationml/2006/main"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1_1_1"/>
  <p:tag name="KSO_WM_UNIT_ID" val="diagram20176507_2*n_h_h_f*1_1_1_1"/>
  <p:tag name="KSO_WM_TEMPLATE_CATEGORY" val="diagram"/>
  <p:tag name="KSO_WM_TEMPLATE_INDEX" val="20176507"/>
  <p:tag name="KSO_WM_UNIT_LAYERLEVEL" val="1_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576.xml><?xml version="1.0" encoding="utf-8"?>
<p:tagLst xmlns:p="http://schemas.openxmlformats.org/presentationml/2006/main">
  <p:tag name="KSO_WM_SLIDE_ID" val="diagram20176507_2"/>
  <p:tag name="KSO_WM_TEMPLATE_SUBCATEGORY" val="0"/>
  <p:tag name="KSO_WM_TEMPLATE_MASTER_TYPE" val="0"/>
  <p:tag name="KSO_WM_TEMPLATE_COLOR_TYPE" val="1"/>
  <p:tag name="KSO_WM_SLIDE_TYPE" val="text"/>
  <p:tag name="KSO_WM_SLIDE_SUBTYPE" val="diag"/>
  <p:tag name="KSO_WM_SLIDE_ITEM_CNT" val="2"/>
  <p:tag name="KSO_WM_SLIDE_INDEX" val="2"/>
  <p:tag name="KSO_WM_SLIDE_SIZE" val="726.55*279.446"/>
  <p:tag name="KSO_WM_SLIDE_POSITION" val="116.3*139.757"/>
  <p:tag name="KSO_WM_DIAGRAM_GROUP_CODE" val="n1-1"/>
  <p:tag name="KSO_WM_SLIDE_DIAGTYPE" val="n"/>
  <p:tag name="KSO_WM_TAG_VERSION" val="1.0"/>
  <p:tag name="KSO_WM_BEAUTIFY_FLAG" val="#wm#"/>
  <p:tag name="KSO_WM_TEMPLATE_CATEGORY" val="diagram"/>
  <p:tag name="KSO_WM_TEMPLATE_INDEX" val="20176507"/>
  <p:tag name="KSO_WM_SLIDE_LAYOUT" val="n"/>
  <p:tag name="KSO_WM_SLIDE_LAYOUT_CNT" val="1"/>
  <p:tag name="KSO_WM_SPECIAL_SOURCE" val="bdnull"/>
</p:tagLst>
</file>

<file path=ppt/tags/tag577.xml><?xml version="1.0" encoding="utf-8"?>
<p:tagLst xmlns:p="http://schemas.openxmlformats.org/presentationml/2006/main">
  <p:tag name="KSO_WM_UNIT_ISCONTENTSTITLE" val="0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81_1*f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训练通常利用崇山峻岭、翰海大川等自然环境，通过精心设计的活动达到“磨练意志、陶冶情操、完善人格、熔炼团队”的拓展培训目的。"/>
  <p:tag name="KSO_WM_UNIT_SUBTYPE" val="a"/>
</p:tagLst>
</file>

<file path=ppt/tags/tag578.xml><?xml version="1.0" encoding="utf-8"?>
<p:tagLst xmlns:p="http://schemas.openxmlformats.org/presentationml/2006/main">
  <p:tag name="KSO_WM_UNIT_ISCONTENTS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481_1*a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&#13;训练目的"/>
  <p:tag name="KSO_WM_UNIT_ISNUMDGMTITLE" val="0"/>
</p:tagLst>
</file>

<file path=ppt/tags/tag5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5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2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581.xml><?xml version="1.0" encoding="utf-8"?>
<p:tagLst xmlns:p="http://schemas.openxmlformats.org/presentationml/2006/main">
  <p:tag name="KSO_WM_SLIDE_ID" val="diagram20200481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41*391"/>
  <p:tag name="KSO_WM_SLIDE_POSITION" val="41*74"/>
  <p:tag name="KSO_WM_TAG_VERSION" val="1.0"/>
  <p:tag name="KSO_WM_BEAUTIFY_FLAG" val="#wm#"/>
  <p:tag name="KSO_WM_TEMPLATE_CATEGORY" val="diagram"/>
  <p:tag name="KSO_WM_TEMPLATE_INDEX" val="20200481"/>
  <p:tag name="KSO_WM_SLIDE_LAYOUT" val="a_f"/>
  <p:tag name="KSO_WM_SLIDE_LAYOUT_CNT" val="1_1"/>
  <p:tag name="KSO_WM_SPECIAL_SOURCE" val="bdnull"/>
</p:tagLst>
</file>

<file path=ppt/tags/tag582.xml><?xml version="1.0" encoding="utf-8"?>
<p:tagLst xmlns:p="http://schemas.openxmlformats.org/presentationml/2006/main">
  <p:tag name="KSO_WM_UNIT_ISCONTENTSTITLE" val="0"/>
  <p:tag name="KSO_WM_UNIT_PRESET_TEXT" val="点击添加标题内容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600_1*a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5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1600_1*i*1"/>
  <p:tag name="KSO_WM_TEMPLATE_CATEGORY" val="diagram"/>
  <p:tag name="KSO_WM_TEMPLATE_INDEX" val="20201600"/>
  <p:tag name="KSO_WM_UNIT_LAYERLEVEL" val="1"/>
  <p:tag name="KSO_WM_TAG_VERSION" val="1.0"/>
  <p:tag name="KSO_WM_BEAUTIFY_FLAG" val="#wm#"/>
  <p:tag name="KSO_WM_UNIT_DEFAULT_FONT" val="0;0;0"/>
  <p:tag name="KSO_WM_UNIT_BLOCK" val="0"/>
  <p:tag name="KSO_WM_UNIT_PLACING_PICTURE" val="43635.6371685417"/>
</p:tagLst>
</file>

<file path=ppt/tags/tag584.xml><?xml version="1.0" encoding="utf-8"?>
<p:tagLst xmlns:p="http://schemas.openxmlformats.org/presentationml/2006/main">
  <p:tag name="KSO_WM_SLIDE_ID" val="diagram20201600_1"/>
  <p:tag name="KSO_WM_TEMPLATE_SUBCATEGORY" val="0"/>
  <p:tag name="KSO_WM_SLIDE_TYPE" val="text"/>
  <p:tag name="KSO_WM_SLIDE_SUBTYPE" val="picTxt"/>
  <p:tag name="KSO_WM_SLIDE_ITEM_CNT" val="0"/>
  <p:tag name="KSO_WM_SLIDE_INDEX" val="1"/>
  <p:tag name="KSO_WM_SLIDE_SIZE" val="885*448"/>
  <p:tag name="KSO_WM_SLIDE_POSITION" val="37*42"/>
  <p:tag name="KSO_WM_TAG_VERSION" val="1.0"/>
  <p:tag name="KSO_WM_BEAUTIFY_FLAG" val="#wm#"/>
  <p:tag name="KSO_WM_TEMPLATE_CATEGORY" val="diagram"/>
  <p:tag name="KSO_WM_TEMPLATE_INDEX" val="20201600"/>
  <p:tag name="KSO_WM_SLIDE_LAYOUT" val="a_d_f"/>
  <p:tag name="KSO_WM_SLIDE_LAYOUT_CNT" val="1_2_1"/>
  <p:tag name="KSO_WM_SLIDE_LAYOUT_INFO" val="{&quot;direction&quot;:0,&quot;horizontalAlign&quot;:-1,&quot;verticalAlign&quot;:-1,&quot;type&quot;:1,&quot;diagramDirection&quot;:0,&quot;canSetOverLayout&quot;:0,&quot;isOverLayout&quot;:0,&quot;backgroundInfo&quot;:[{&quot;type&quot;:&quot;general&quot;,&quot;left&quot;:&quot;NaN&quot;,&quot;top&quot;:&quot;NaN&quot;,&quot;right&quot;:&quot;NaN&quot;,&quot;bottom&quot;:&quot;NaN&quot;}]}"/>
  <p:tag name="KSO_WM_SLIDE_BACKGROUND" val="[&quot;general&quot;]"/>
  <p:tag name="KSO_WM_SLIDE_RATIO" val="1.777778"/>
  <p:tag name="KSO_WM_SPECIAL_SOURCE" val="bdnull"/>
</p:tagLst>
</file>

<file path=ppt/tags/tag5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0976_7*a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DEFAULT_FONT" val="36;44;2"/>
  <p:tag name="KSO_WM_UNIT_BLOCK" val="0"/>
  <p:tag name="KSO_WM_UNIT_DEC_AREA_ID" val="ad58175166bc4f63b70744db7376c287"/>
  <p:tag name="KSO_WM_CHIP_GROUPID" val="617275e954cda7cf43af418d"/>
  <p:tag name="KSO_WM_CHIP_XID" val="617275e954cda7cf43af418b"/>
  <p:tag name="KSO_WM_CHIP_FILLAREA_FILL_RULE" val="{&quot;fill_align&quot;:&quot;cm&quot;,&quot;fill_mode&quot;:&quot;adaptive&quot;,&quot;sacle_strategy&quot;:&quot;smart&quot;}"/>
  <p:tag name="KSO_WM_ASSEMBLE_CHIP_INDEX" val="fc45748d90fe4c90af8e23d583b1e882"/>
  <p:tag name="KSO_WM_UNIT_TEXT_FILL_FORE_SCHEMECOLOR_INDEX_BRIGHTNESS" val="0"/>
  <p:tag name="KSO_WM_UNIT_TEXT_FILL_FORE_SCHEMECOLOR_INDEX" val="14"/>
  <p:tag name="KSO_WM_UNIT_TEXT_FILL_TYPE" val="1"/>
</p:tagLst>
</file>

<file path=ppt/tags/tag58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20976_7*e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BLOCK" val="0"/>
  <p:tag name="KSO_WM_UNIT_DEC_AREA_ID" val="74b9cdbc4d024d1abe191c54e1e59268"/>
  <p:tag name="KSO_WM_UNIT_DEFAULT_FONT" val="118;142;2"/>
  <p:tag name="KSO_WM_UNIT_PRESET_TEXT" val="01"/>
  <p:tag name="KSO_WM_UNIT_NOCLEAR" val="0"/>
  <p:tag name="KSO_WM_UNIT_VALUE" val="2"/>
  <p:tag name="KSO_WM_CHIP_GROUPID" val="617275e954cda7cf43af418d"/>
  <p:tag name="KSO_WM_CHIP_XID" val="617275e954cda7cf43af418b"/>
  <p:tag name="KSO_WM_CHIP_FILLAREA_FILL_RULE" val="{&quot;fill_align&quot;:&quot;cm&quot;,&quot;fill_mode&quot;:&quot;adaptive&quot;,&quot;sacle_strategy&quot;:&quot;smart&quot;}"/>
  <p:tag name="KSO_WM_ASSEMBLE_CHIP_INDEX" val="fc45748d90fe4c90af8e23d583b1e882"/>
  <p:tag name="KSO_WM_UNIT_TEXT_FILL_FORE_SCHEMECOLOR_INDEX_BRIGHTNESS" val="0"/>
  <p:tag name="KSO_WM_UNIT_TEXT_FILL_FORE_SCHEMECOLOR_INDEX" val="5"/>
  <p:tag name="KSO_WM_UNIT_TEXT_FILL_TYPE" val="1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20976_7*i*1"/>
  <p:tag name="KSO_WM_TEMPLATE_CATEGORY" val="custom"/>
  <p:tag name="KSO_WM_TEMPLATE_INDEX" val="20220976"/>
  <p:tag name="KSO_WM_UNIT_LAYERLEVEL" val="1"/>
  <p:tag name="KSO_WM_TAG_VERSION" val="1.0"/>
  <p:tag name="KSO_WM_BEAUTIFY_FLAG" val="#wm#"/>
  <p:tag name="KSO_WM_UNIT_BLOCK" val="0"/>
  <p:tag name="KSO_WM_UNIT_SM_LIMIT_TYPE" val="4"/>
  <p:tag name="KSO_WM_UNIT_DEC_AREA_ID" val="35fe247a8f8b4ba9bce86f1ca7fdb11e"/>
  <p:tag name="KSO_WM_UNIT_DECORATE_INFO" val="{&quot;DecorateInfoH&quot;:{&quot;IsAbs&quot;:false},&quot;DecorateInfoW&quot;:{&quot;IsAbs&quot;:true},&quot;DecorateInfoX&quot;:{&quot;IsAbs&quot;:true,&quot;Pos&quot;:2},&quot;DecorateInfoY&quot;:{&quot;IsAbs&quot;:true,&quot;Pos&quot;:1},&quot;ReferentInfo&quot;:{&quot;Id&quot;:&quot;ad58175166bc4f63b70744db7376c287;cbebdb3316df4acebb25aebf772e514d&quot;,&quot;X&quot;:{&quot;Pos&quot;:0},&quot;Y&quot;:{&quot;Pos&quot;:1}},&quot;whChangeMode&quot;:0}"/>
  <p:tag name="KSO_WM_CHIP_GROUPID" val="617275e954cda7cf43af418d"/>
  <p:tag name="KSO_WM_CHIP_XID" val="617275e954cda7cf43af418b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fc45748d90fe4c90af8e23d583b1e882"/>
  <p:tag name="KSO_WM_UNIT_LINE_FORE_SCHEMECOLOR_INDEX_BRIGHTNESS" val="0"/>
  <p:tag name="KSO_WM_UNIT_LINE_FORE_SCHEMECOLOR_INDEX" val="5"/>
  <p:tag name="KSO_WM_UNIT_LINE_FILL_TYPE" val="2"/>
</p:tagLst>
</file>

<file path=ppt/tags/tag588.xml><?xml version="1.0" encoding="utf-8"?>
<p:tagLst xmlns:p="http://schemas.openxmlformats.org/presentationml/2006/main">
  <p:tag name="KSO_WM_BEAUTIFY_FLAG" val="#wm#"/>
  <p:tag name="KSO_WM_TEMPLATE_CATEGORY" val="custom"/>
  <p:tag name="KSO_WM_TEMPLATE_INDEX" val="20204317"/>
  <p:tag name="KSO_WM_CHIP_INFOS" val="{&quot;layout_type&quot;:&quot;forright2&quot;,&quot;slide_type&quot;:[&quot;sectionTitle&quot;],&quot;aspect_ratio&quot;:&quot;16:9&quot;}"/>
  <p:tag name="KSO_WM_CHIP_XID" val="5ebe041a0ac41c4a0a525598"/>
  <p:tag name="KSO_WM_CHIP_FILLPROP" val="[[{&quot;fill_id&quot;:&quot;c8df1a3465854d8b966b02b3af772576&quot;,&quot;fill_align&quot;:&quot;cm&quot;,&quot;text_align&quot;:&quot;lm&quot;,&quot;text_direction&quot;:&quot;horizontal&quot;,&quot;chip_types&quot;:[&quot;text&quot;,&quot;header&quot;]}]]"/>
  <p:tag name="KSO_WM_SLIDE_ID" val="custom20204317_7"/>
  <p:tag name="KSO_WM_TEMPLATE_SUBCATEGORY" val="21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SLIDE_SIZE" val="540*400"/>
  <p:tag name="KSO_WM_SLIDE_POSITION" val="380*69"/>
  <p:tag name="KSO_WM_TAG_VERSION" val="1.0"/>
  <p:tag name="KSO_WM_SLIDE_LAYOUT" val="a_b_e"/>
  <p:tag name="KSO_WM_SLIDE_LAYOUT_CNT" val="1_1_1"/>
  <p:tag name="KSO_WM_CHIP_GROUPID" val="5ebf6661ddc3daf3fef3f760"/>
  <p:tag name="KSO_WM_SLIDE_LAYOUT_INFO" val="{&quot;id&quot;:&quot;2020-09-27T21:39:45&quot;,&quot;maxSize&quot;:{&quot;size1&quot;:65.901603642216443},&quot;minSize&quot;:{&quot;size1&quot;:57.501603642216438},&quot;normalSize&quot;:{&quot;size1&quot;:61.70160364221644},&quot;subLayout&quot;:[{&quot;id&quot;:&quot;2020-09-27T21:39:45&quot;,&quot;maxSize&quot;:{&quot;size1&quot;:89.778853437914862},&quot;minSize&quot;:{&quot;size1&quot;:77.678853437914853},&quot;normalSize&quot;:{&quot;size1&quot;:84.078853437914859},&quot;subLayout&quot;:[{&quot;id&quot;:&quot;2020-09-27T21:39:45&quot;,&quot;margin&quot;:{&quot;bottom&quot;:1.3915197849273682,&quot;left&quot;:13.405664443969727,&quot;right&quot;:1.4110022783279419,&quot;top&quot;:2.573974609375},&quot;type&quot;:0},{&quot;id&quot;:&quot;2020-09-27T21:39:45&quot;,&quot;margin&quot;:{&quot;bottom&quot;:0.09673541784286499,&quot;left&quot;:13.405664443969727,&quot;right&quot;:1.4110022783279419,&quot;top&quot;:0.15541090071201324},&quot;type&quot;:0}],&quot;type&quot;:0},{&quot;id&quot;:&quot;2020-09-27T21:39:45&quot;,&quot;margin&quot;:{&quot;bottom&quot;:2.5739796161651611,&quot;left&quot;:13.405664443969727,&quot;right&quot;:1.4110022783279419,&quot;top&quot;:0.083181090652942657},&quot;type&quot;:0}],&quot;type&quot;:0}"/>
  <p:tag name="KSO_WM_SLIDE_BK_DARK_LIGHT" val="2"/>
  <p:tag name="KSO_WM_SLIDE_BACKGROUND_TYPE" val="general"/>
  <p:tag name="KSO_WM_SLIDE_SUPPORT_FEATURE_TYPE" val="0"/>
  <p:tag name="KSO_WM_TEMPLATE_ASSEMBLE_XID" val="5f7096040ff15d9a40ec0e22"/>
  <p:tag name="KSO_WM_TEMPLATE_ASSEMBLE_GROUPID" val="5f7096040ff15d9a40ec0e22"/>
  <p:tag name="KSO_WM_SPECIAL_SOURCE" val="bdnull"/>
</p:tagLst>
</file>

<file path=ppt/tags/tag5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20200182_1*m_i*1_1"/>
  <p:tag name="KSO_WM_TEMPLATE_CATEGORY" val="diagram"/>
  <p:tag name="KSO_WM_TEMPLATE_INDEX" val="20200182"/>
  <p:tag name="KSO_WM_UNIT_LAYERLEVEL" val="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00182_1*m_h_i*1_1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1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00182_1*m_h_i*1_1_2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00182_1*m_h_i*1_1_3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4"/>
  <p:tag name="KSO_WM_UNIT_ID" val="diagram20200182_1*m_h_i*1_1_4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00182_1*m_h_i*1_2_2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00182_1*m_h_i*1_2_3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00182_1*m_h_i*1_2_4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98.xml><?xml version="1.0" encoding="utf-8"?>
<p:tagLst xmlns:p="http://schemas.openxmlformats.org/presentationml/2006/main">
  <p:tag name="KSO_WM_UNIT_PRESET_TEXT" val="单击此处添加文本具体内容，简明扼要的阐述您的观点。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0182_1*m_h_f*1_1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599.xml><?xml version="1.0" encoding="utf-8"?>
<p:tagLst xmlns:p="http://schemas.openxmlformats.org/presentationml/2006/main">
  <p:tag name="KSO_WM_UNIT_ISCONTENTSTITLE" val="0"/>
  <p:tag name="KSO_WM_UNIT_PRESET_TEXT" val="添加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00182_1*m_h_a*1_1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5"/>
  <p:tag name="KSO_WM_UNIT_ID" val="diagram20200182_1*m_h_i*1_1_5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6"/>
  <p:tag name="KSO_WM_UNIT_ID" val="diagram20200182_1*m_h_i*1_1_6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7"/>
  <p:tag name="KSO_WM_UNIT_ID" val="diagram20200182_1*m_h_i*1_1_7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03.xml><?xml version="1.0" encoding="utf-8"?>
<p:tagLst xmlns:p="http://schemas.openxmlformats.org/presentationml/2006/main">
  <p:tag name="KSO_WM_UNIT_PRESET_TEXT" val="单击此处添加文本具体内容，简明扼要的阐述您的观点。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0182_1*m_h_f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604.xml><?xml version="1.0" encoding="utf-8"?>
<p:tagLst xmlns:p="http://schemas.openxmlformats.org/presentationml/2006/main">
  <p:tag name="KSO_WM_UNIT_ISCONTENTSTITLE" val="0"/>
  <p:tag name="KSO_WM_UNIT_PRESET_TEXT" val="添加标题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00182_1*m_h_a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5"/>
  <p:tag name="KSO_WM_UNIT_ID" val="diagram20200182_1*m_h_i*1_2_5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6"/>
  <p:tag name="KSO_WM_UNIT_ID" val="diagram20200182_1*m_h_i*1_2_6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7"/>
  <p:tag name="KSO_WM_UNIT_ID" val="diagram20200182_1*m_h_i*1_2_7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08.xml><?xml version="1.0" encoding="utf-8"?>
<p:tagLst xmlns:p="http://schemas.openxmlformats.org/presentationml/2006/main">
  <p:tag name="KSO_WM_SLIDE_ID" val="diagram20200182_1"/>
  <p:tag name="KSO_WM_TEMPLATE_SUBCATEGORY" val="0"/>
  <p:tag name="KSO_WM_SLIDE_ITEM_CNT" val="2"/>
  <p:tag name="KSO_WM_SLIDE_INDEX" val="1"/>
  <p:tag name="KSO_WM_TAG_VERSION" val="1.0"/>
  <p:tag name="KSO_WM_BEAUTIFY_FLAG" val="#wm#"/>
  <p:tag name="KSO_WM_TEMPLATE_CATEGORY" val="diagram"/>
  <p:tag name="KSO_WM_TEMPLATE_INDEX" val="20200182"/>
  <p:tag name="KSO_WM_SLIDE_TYPE" val="text"/>
  <p:tag name="KSO_WM_SLIDE_SUBTYPE" val="diag"/>
  <p:tag name="KSO_WM_SLIDE_SIZE" val="845.217*291.88"/>
  <p:tag name="KSO_WM_SLIDE_POSITION" val="46.4793*184.87"/>
  <p:tag name="KSO_WM_DIAGRAM_GROUP_CODE" val="m1-1"/>
  <p:tag name="KSO_WM_SLIDE_DIAGTYPE" val="m"/>
  <p:tag name="KSO_WM_SLIDE_LAYOUT" val="a_f_m"/>
  <p:tag name="KSO_WM_SLIDE_LAYOUT_CNT" val="1_1_1"/>
  <p:tag name="KSO_WM_SPECIAL_SOURCE" val="bdnull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317_47*i*1"/>
  <p:tag name="KSO_WM_TEMPLATE_CATEGORY" val="custom"/>
  <p:tag name="KSO_WM_TEMPLATE_INDEX" val="2020431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474318a2e30341afb59f85103aaceaab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58683bc84654d2c8301479426dbac22&quot;,&quot;X&quot;:{&quot;Pos&quot;:1},&quot;Y&quot;:{&quot;Pos&quot;:1}},&quot;whChangeMode&quot;:0}"/>
  <p:tag name="KSO_WM_CHIP_GROUPID" val="5ebe37500ac41c4a0a5255bb"/>
  <p:tag name="KSO_WM_CHIP_XID" val="5ebe37500ac41c4a0a5255bc"/>
  <p:tag name="KSO_WM_CHIP_FILLAREA_FILL_RULE" val="{&quot;fill_align&quot;:&quot;cm&quot;,&quot;fill_mode&quot;:&quot;adaptive&quot;,&quot;sacle_strategy&quot;:&quot;smart&quot;}"/>
  <p:tag name="KSO_WM_ASSEMBLE_CHIP_INDEX" val="2505b76eb7c249698c44966e70be30de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63"/>
</p:tagLst>
</file>

<file path=ppt/tags/tag6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317_47*b*1"/>
  <p:tag name="KSO_WM_TEMPLATE_CATEGORY" val="custom"/>
  <p:tag name="KSO_WM_TEMPLATE_INDEX" val="20204317"/>
  <p:tag name="KSO_WM_UNIT_LAYERLEVEL" val="1"/>
  <p:tag name="KSO_WM_TAG_VERSION" val="1.0"/>
  <p:tag name="KSO_WM_BEAUTIFY_FLAG" val="#wm#"/>
  <p:tag name="KSO_WM_UNIT_PRESET_TEXT" val="单击此处添加副标题内容"/>
  <p:tag name="KSO_WM_UNIT_DEFAULT_FONT" val="18;24;2"/>
  <p:tag name="KSO_WM_UNIT_BLOCK" val="0"/>
  <p:tag name="KSO_WM_UNIT_DEC_AREA_ID" val="558683bc84654d2c8301479426dbac22"/>
  <p:tag name="KSO_WM_CHIP_GROUPID" val="5ebe37500ac41c4a0a5255bb"/>
  <p:tag name="KSO_WM_CHIP_XID" val="5ebe37500ac41c4a0a5255bc"/>
  <p:tag name="KSO_WM_CHIP_FILLAREA_FILL_RULE" val="{&quot;fill_align&quot;:&quot;cm&quot;,&quot;fill_mode&quot;:&quot;adaptive&quot;,&quot;sacle_strategy&quot;:&quot;smart&quot;}"/>
  <p:tag name="KSO_WM_ASSEMBLE_CHIP_INDEX" val="2505b76eb7c249698c44966e70be30de"/>
  <p:tag name="KSO_WM_UNIT_TEXT_FILL_FORE_SCHEMECOLOR_INDEX_BRIGHTNESS" val="0.35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317_47*a*1"/>
  <p:tag name="KSO_WM_TEMPLATE_CATEGORY" val="custom"/>
  <p:tag name="KSO_WM_TEMPLATE_INDEX" val="20204317"/>
  <p:tag name="KSO_WM_UNIT_LAYERLEVEL" val="1"/>
  <p:tag name="KSO_WM_TAG_VERSION" val="1.0"/>
  <p:tag name="KSO_WM_BEAUTIFY_FLAG" val="#wm#"/>
  <p:tag name="KSO_WM_UNIT_PRESET_TEXT" val="谢谢观看"/>
  <p:tag name="KSO_WM_UNIT_DEFAULT_FONT" val="60;74;4"/>
  <p:tag name="KSO_WM_UNIT_BLOCK" val="0"/>
  <p:tag name="KSO_WM_UNIT_DEC_AREA_ID" val="b73e933c1e6d4557bd2fa1b210e4e326"/>
  <p:tag name="KSO_WM_CHIP_GROUPID" val="5ebe37500ac41c4a0a5255bb"/>
  <p:tag name="KSO_WM_CHIP_XID" val="5ebe37500ac41c4a0a5255bc"/>
  <p:tag name="KSO_WM_CHIP_FILLAREA_FILL_RULE" val="{&quot;fill_align&quot;:&quot;cm&quot;,&quot;fill_mode&quot;:&quot;adaptive&quot;,&quot;sacle_strategy&quot;:&quot;smart&quot;}"/>
  <p:tag name="KSO_WM_ASSEMBLE_CHIP_INDEX" val="2505b76eb7c249698c44966e70be30de"/>
  <p:tag name="KSO_WM_UNIT_TEXT_FILL_FORE_SCHEMECOLOR_INDEX_BRIGHTNESS" val="0.15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BEAUTIFY_FLAG" val="#wm#"/>
  <p:tag name="KSO_WM_TEMPLATE_CATEGORY" val="custom"/>
  <p:tag name="KSO_WM_TEMPLATE_INDEX" val="20204317"/>
  <p:tag name="KSO_WM_CHIP_INFOS" val="{&quot;layout_type&quot;:&quot;forleft&quot;,&quot;slide_type&quot;:[&quot;endPage&quot;],&quot;aspect_ratio&quot;:&quot;16:9&quot;}"/>
  <p:tag name="KSO_WM_CHIP_XID" val="5ec34a930ac41c4a0a525d3b"/>
  <p:tag name="KSO_WM_CHIP_FILLPROP" val="[[{&quot;fill_id&quot;:&quot;d4089bcb58db42069348158c66880bc0&quot;,&quot;fill_align&quot;:&quot;cm&quot;,&quot;text_align&quot;:&quot;lm&quot;,&quot;text_direction&quot;:&quot;horizontal&quot;,&quot;chip_types&quot;:[&quot;text&quot;,&quot;header&quot;]}]]"/>
  <p:tag name="KSO_WM_SLIDE_ID" val="custom20204317_47"/>
  <p:tag name="KSO_WM_TEMPLATE_SUBCATEGORY" val="21"/>
  <p:tag name="KSO_WM_TEMPLATE_MASTER_TYPE" val="1"/>
  <p:tag name="KSO_WM_TEMPLATE_COLOR_TYPE" val="1"/>
  <p:tag name="KSO_WM_SLIDE_TYPE" val="endPage"/>
  <p:tag name="KSO_WM_SLIDE_SUBTYPE" val="pureTxt"/>
  <p:tag name="KSO_WM_SLIDE_ITEM_CNT" val="0"/>
  <p:tag name="KSO_WM_SLIDE_INDEX" val="47"/>
  <p:tag name="KSO_WM_SLIDE_SIZE" val="380*460"/>
  <p:tag name="KSO_WM_SLIDE_POSITION" val="60*39"/>
  <p:tag name="KSO_WM_TAG_VERSION" val="1.0"/>
  <p:tag name="KSO_WM_SLIDE_LAYOUT" val="a_b"/>
  <p:tag name="KSO_WM_SLIDE_LAYOUT_CNT" val="1_1"/>
  <p:tag name="KSO_WM_CHIP_GROUPID" val="5ebf6661ddc3daf3fef3f760"/>
  <p:tag name="KSO_WM_SLIDE_LAYOUT_INFO" val="{&quot;id&quot;:&quot;2020-09-27T21:39:51&quot;,&quot;maxSize&quot;:{&quot;size1&quot;:60.713482439959492},&quot;minSize&quot;:{&quot;size1&quot;:50.513482439959503},&quot;normalSize&quot;:{&quot;size1&quot;:55.613482439959498},&quot;subLayout&quot;:[{&quot;id&quot;:&quot;2020-09-27T21:39:51&quot;,&quot;margin&quot;:{&quot;bottom&quot;:0.14990532398223877,&quot;left&quot;:2.1000146865844727,&quot;right&quot;:18.327653884887695,&quot;top&quot;:7.3682408332824707},&quot;type&quot;:0},{&quot;id&quot;:&quot;2020-09-27T21:39:51&quot;,&quot;margin&quot;:{&quot;bottom&quot;:5.9818105697631836,&quot;left&quot;:2.3928201198577881,&quot;right&quot;:18.661027908325195,&quot;top&quot;:0.28401130437850952},&quot;type&quot;:0}],&quot;type&quot;:0}"/>
  <p:tag name="KSO_WM_SLIDE_BK_DARK_LIGHT" val="2"/>
  <p:tag name="KSO_WM_SLIDE_BACKGROUND_TYPE" val="general"/>
  <p:tag name="KSO_WM_SLIDE_SUPPORT_FEATURE_TYPE" val="0"/>
  <p:tag name="KSO_WM_TEMPLATE_ASSEMBLE_XID" val="5f7096040ff15d9a40ec0e3d"/>
  <p:tag name="KSO_WM_TEMPLATE_ASSEMBLE_GROUPID" val="5f7096040ff15d9a40ec0e3d"/>
  <p:tag name="KSO_WM_SPECIAL_SOURCE" val="bdnull"/>
</p:tagLst>
</file>

<file path=ppt/tags/tag614.xml><?xml version="1.0" encoding="utf-8"?>
<p:tagLst xmlns:p="http://schemas.openxmlformats.org/presentationml/2006/main">
  <p:tag name="KSO_DOCER_TEMPLATE_OPEN_ONCE_MARK" val="1"/>
</p:tagLst>
</file>

<file path=ppt/theme/theme1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ECEEF3"/>
      </a:dk2>
      <a:lt2>
        <a:srgbClr val="FFFFFF"/>
      </a:lt2>
      <a:accent1>
        <a:srgbClr val="4674EB"/>
      </a:accent1>
      <a:accent2>
        <a:srgbClr val="8E66DB"/>
      </a:accent2>
      <a:accent3>
        <a:srgbClr val="B956C3"/>
      </a:accent3>
      <a:accent4>
        <a:srgbClr val="D647A6"/>
      </a:accent4>
      <a:accent5>
        <a:srgbClr val="E54086"/>
      </a:accent5>
      <a:accent6>
        <a:srgbClr val="EA4566"/>
      </a:accent6>
      <a:hlink>
        <a:srgbClr val="0563C1"/>
      </a:hlink>
      <a:folHlink>
        <a:srgbClr val="954F72"/>
      </a:folHlink>
    </a:clrScheme>
    <a:fontScheme name="自定义 9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AB9F"/>
      </a:accent1>
      <a:accent2>
        <a:srgbClr val="F2F2F2"/>
      </a:accent2>
      <a:accent3>
        <a:srgbClr val="84C4C6"/>
      </a:accent3>
      <a:accent4>
        <a:srgbClr val="386AA2"/>
      </a:accent4>
      <a:accent5>
        <a:srgbClr val="F2F2F2"/>
      </a:accent5>
      <a:accent6>
        <a:srgbClr val="FF9900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1"/>
            </a:gs>
            <a:gs pos="74000">
              <a:schemeClr val="accent1"/>
            </a:gs>
            <a:gs pos="74000">
              <a:schemeClr val="accent1">
                <a:lumMod val="50000"/>
                <a:alpha val="0"/>
              </a:schemeClr>
            </a:gs>
            <a:gs pos="100000">
              <a:schemeClr val="accent1">
                <a:lumMod val="50000"/>
                <a:alpha val="0"/>
              </a:schemeClr>
            </a:gs>
          </a:gsLst>
          <a:lin ang="0" scaled="0"/>
        </a:gra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Adjacency">
      <a:dk1>
        <a:srgbClr val="000000"/>
      </a:dk1>
      <a:lt1>
        <a:srgbClr val="FFFFFF"/>
      </a:lt1>
      <a:dk2>
        <a:srgbClr val="EAEFEF"/>
      </a:dk2>
      <a:lt2>
        <a:srgbClr val="FBFCFC"/>
      </a:lt2>
      <a:accent1>
        <a:srgbClr val="67BEC8"/>
      </a:accent1>
      <a:accent2>
        <a:srgbClr val="61AFDA"/>
      </a:accent2>
      <a:accent3>
        <a:srgbClr val="6C9DE2"/>
      </a:accent3>
      <a:accent4>
        <a:srgbClr val="8889D8"/>
      </a:accent4>
      <a:accent5>
        <a:srgbClr val="AA76B9"/>
      </a:accent5>
      <a:accent6>
        <a:srgbClr val="C7668E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TY0MTAzNTg2MjU2IiwKCSJHcm91cElkIiA6ICI0MzMzMTIzMjMiLAoJIkltYWdlIiA6ICJpVkJPUncwS0dnb0FBQUFOU1VoRVVnQUFBNWdBQUFHQ0NBWUFBQUNGR214cEFBQUFDWEJJV1hNQUFBc1RBQUFMRXdFQW1wd1lBQUFUUlVsRVFWUjRuTzNkZld6VjliM0E4YytwQldKVm9xeFF6VVJOMWUwUEhyYVdUR1Z4TGt6QnF5STZRa1NOd1hxamlVOFRFNlB6WVJtYjJNUUgxUGh3cDlGY281dnVhdUlZNGVubVhxT0orTEJnSWlOcUlhS0pBU0VXcndGRWNGSm96LzNEY0VZZFVHZy83VGs5dkY1L05mMmQvczYzNVhOKy9iMzdPK2NRQV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GYWRRN2dYMFJYTno4MzlIeEwrVmV4MTA4K2FLRlN0K1Z1NUZWQXN6WHBITWVDSXpYcEhNZUNJelhwSE1lQ0l6WHBIS091TTE1YnJqSklhNThwdzVac3lZb2VWZVJCVXg0NVhIak9jeTQ1WEhqT2N5NDVYSGpPY3k0NVduckROZVc2NDd6dlR1dSsrV2V3bEV4R21ublJhZG5aM1IxdFpXTFBkYXFvMFpyd3htdlArWThjcGd4dnVQR2E4TVpyei9tUEhLVUFrelB0aXZZQUlBQUZBa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dhQ2pSczN4c1VYWHh4ZFhWM2xYZ29WckxtNStaTHg0OGYvTENLR2xIc3RCK3Y5OTkrUENSTW14TmRmZjUyK3o0Nk9qaDYzZTR3TkRvTjV4dmZVSC9OT2RhaVdHYyswZVBIaW1EWnRXdnprSnorSjU1NTdydHpMb1kvTU9Ca0Vab0tHaG9aWXNHQkIxTlFNekk5ejNicDE4Y3RmL25LZkorWlVwbUt4ZUhsdGJlMnlwcWFtOXVibTV2LzQ4WTkvUFBtVVUwNFpWdTUxRFFZRC9SaWpkdzYxR1hjc1B2UWNhalBlay9iMjl2ajk3Mzhmdi9yVnIrTHR0OStPbVRObmxudEo5TkdoTk9QOWRRejN1eUdpdHR3TDRPQjkrZVdYc1c3ZHVuSXZnMTRxRkFvakl1TDZtcHFhNjRjUEg3NjFxYW5wNVdLeCtKZXVycTdYMzN2dnZlM2xYaC8wMWFFeTQ0N0ZoNjVEWmNaNzhzVVhYMFJYVjFmOC9PYy9qeUZEaHNTUUlTNTZWWXREWWNiNzZ4anVkNE1ybUNuMmZEclY3bytYTDE4ZWwxOStlWnh4eGhseHlTV1h4T3JWcTd2ZDlxMjMzb29aTTJiRXhJa1Q0NmFiYm9vdFc3Yjh5NzYrdS8vZGZ3bHBhV21KaUlpSkV5ZkdoQWtUQnZhYkpkdndRcUh3N3pVMU5VdHFhMnYvcjZtcDZiK2FtNXVubjNMS0tjTXpkdDdSMFJIMzMzOS9USm8wS2M0ODg4eTQ4ODQ3WTl1MmJSSHh6N2xhdEdoUlRKa3lKYzQ5OTl4NDU1MTM0b1VYWG9oSmt5YkY1TW1UWTlteVpkMzI5L2UvLzMydmM5dlRmVVZFYk4yNk5XNjk5ZGI0NlU5L0dsT25UbzNseTVkMzIvZit0aC9NWXl3aVlzdVdMWEhMTGJmRXhJa1Q0OElMTDR4bm5ubG12MC9IcFYvMTY0d1BoQmRmZkRHbVRKa1NFeWRPakhuejVwVSt2N2RqY1c4ZVZ3eDZnMzdHZCt2cTZvcG5uMzAycGsyYkZxZWZmbnFjZi83NXNYcjE2dEpjTDF5NE1IN3hpMStVSGdkWFhubGxSRGdmT1FSVTNJenYzTGt6L3ZDSFA4VFVxVk5Mcy9yMDAwK1hYa3JUMi9OcDUrazVYTUhzSi9Qbno0OUhIMzAwaGc0ZEdyLzV6VzlpN3R5NThlYy8vN20wZmVIQ2hmSFVVMC9GcmwyNzR1YWJiNDRISG5nZ1dsdGJEMmpmeno3N2JMUzB0TVRmL3ZhM0dEcDBhSDk5QzczVzNOenNMTDUzRGk4VUNwZEd4S1ZISFhWVVIzTno4NUsrN3ZDZWUrNko5ZXZYeDRzdnZoakRoZzJMTys2NEl4NTg4TUdZTTJkTzZUWWZmL3h4TEZpd0lPNjc3NzY0NjY2N1l0S2tTYkZreVpKNCtPR0g0NkdISG9xenpqcXJkTnY5elcxUDl6Vm56cHpZdm4xN0xGeTRNQ0lpZnYzclgzZGJhMC9idjJ0L2o3RTVjK2JFUC83eGoxaTBhRkVVaThXNDdiYmIrdmlUN002TTkxcjZqUGUzOWV2WHh3TVBQQkJQUFBGRWpCMDdOajc1NUpQU3R2MGRpdy9tY1ZXSnpIaXZEYm9aMzlQRER6OGNyNy8rZXN5ZE96ZkdqQmtUNjlhdGk4TVBQenkrK09LTGlJaFl2bng1NmJnYVVmbm5JL3RqeG51dEltYTh0YlUxVnExYUZRODk5RkEwTmpiR3FsV3I0dmJiYjQ5ZHUzYkZkZGRkZDBENzJOLzhWdk41K2tCd0JiT2YzSGpqalZGZlh4L0RodytQU3krOU5OYXNXZFB0RFVxdXUrNjZHREZpUkl3YU5TcGFXbHI4Ulp0dUNvVkNvVmdzSHJQN2wzaHZiTjY4T1pZdVhScTMzMzU3TkRRMHhORkhIeDFYWEhGRnZQcnFxOTF1TjNQbXpLaXJxNHZ6eno4L05tM2FGQzB0TFZGWFZ4Zm5ubnR1ZlBycHA5SFoyVm02N1o1emUrV1ZWNWJtdHFmNzJyUnBVeXhidGl4dXZ2bm1xSyt2ai9yNityajY2cXRMKysxcCs5N3M2ekcyZWZQbWVQUE5OMlAyN05sUlgxOGZJMGVPakd1dXVhYlhQMGY2UjhhTUQ0UWhRNFpFb1ZDSTl2YjJxS3VyaXpGanhoelExeDNNNDRycU5GaG1mTGV2dnZvcVhucnBwZmp0YjM4YlAvclJqNksydGpZYUd4dmp1T09PSzkxbTFxeFpjY1FSUjhTUlJ4NVp4cFZTS2NvMTQxdTJiSW5GaXhmSFhYZmRGVC80d1EraXRyWTJ4bzhmSDlkZWUyM01uejgvNVQ2Y3AvZU5LNWo5NUh2ZisxN3A0Nk9PT2lxS3hXTHMycldyOUxsUm8wYVZQaDQ1Y21SOC9mWFhWZk1PbVN0V3JCZ2FFVHZMdlk1SzA5VFV0S0JRS0Z5MHIrM0ZZbkZIUkN5TGlMOTJkSFM4MU5iV3RxbTV1Ym5YUiszMjl2WW9Gb3R4MldXWC9jdTJuVHYvK2M5ejlORkhSMFJFWFYxZFJFVFUxOWRIUk1Td1lkKytwbi9QRStFOTUzYlVxRkdsdWUzcHZqWnUzQmdSRVNlY2NFTHA4M3Vlb1BTMGZXLzI5UmhyYjIrUGlJZ1RUenl4Mi9aTVpuenZCbnJHQjBKRFEwUE1uVHMzSG5ua2tYaisrZWZqamp2dWlLYW1waDYvN2tBZVY0Y2RkbGcvcmJydnpQamVWZU9NNzdaaHc0Ym83T3lNSC83d2gvdTh6ZkhISHorQUsrcGZabnp2QnNPTWYvYlpaMUVzRnFPeHNiSGI1MDg0NFlUWXRHbFR5dmwwTlorbkR3U0JXU2JidG0wcm5YaXNYYnMyUm8wYUZUVTFOYVZMNmQ5ODgwMXArNTZ2WTZPNkZJdkY3WVZDNGJXdXJxNi9iTnUyN2E4ZmYvengxcXg5anhneElpSWlsaXhaRXNjZWUyektQcjg3dHcwTkRWRlRVOVBqZmUyT3hjOC8vN3owOGU2b1BKRHRCeU56WC9SZGY4NzRRRG52dlBQaW5IUE9pVWNmZlRSdXUrMjJlT1dWVjhxOUpDcElOY3g0Uk1ReHh4d1RFZCsrQSthK3J0UVhDb1dCWEJJVm90Sm1mT1RJa1JIeDdYbkkyTEZqUzU5ZnYzNTk2YnlrcitmVHp0UDd4bE5reStUeHh4K1A3ZHUzeDlxMWErT1paNTZKQ3krOE1DSWlUanJwcEtpcnE0dkZpeGRIUk1TT0hUdmlUMy82VTdldkhUNzgyOWRVcjF5NU1yWnVIWlMveHc1MVh4YUx4YjhVaThYTE5tL2VYTDlpeFlwcEsxZXVmQzc3Z04zUTBCRE56YzB4Yjk2ODJMaHhZM1IyZHNhYU5XdmluWGZlNmZVK3Z6dTMwNlpOTzZEN0dqMTZkRFEyTnNaamp6MFdXN2R1alEwYk5zUWYvL2pIMG41NzJuNHdSbzhlSFNlZmZITEt2dWkxQVpueGdmRFpaNS9GeXBVcm8xQW94T2pSbzZPam82UDAralBINGtOYTFjejRiZzBORFhIV1dXZEZhMnRyckZtekpqbzdPK1BERHorTURSczJsSHRwbEVmRnpuaDlmWDJjZmZiWjBkcmFHaDk5OUZGMGRuYkdCeDk4RUU4KytXVE1talVySXZwK1B1MDh2Vzljd1N5VDhlUEh4OFVYWHh3N2R1eUk4ODQ3ci9RYXNXSERoa1ZyYTJ2TW16Y3ZYbjc1NVJnNWNtUk1talNwMnp0cW5uamlpVEY5K3ZTWVBYdDJISG5ra2Y2YVBralUxTlQ4YjdGWS9NOGRPM2I4VDF0YjI0Qzh1Y0I5OTkwWDk5NTdiOHlZTVNOMjd0d1pqWTJOTVh2MjdGN3ZiOXk0Y1hIUlJSZEZSMGRIWEhEQkJkMWVKOW5UZmQxNzc3M3h1OS85TGlaUG5oeW5ubnBxekpneEk5cmEyZzU0KzhGKzMzUG16SWtwVTZiRXFhZWVHdE9uVDQrMnRyYW9yWFhJNjAvbG1QSCsxdG5aR1hmZmZYZHMyTEFodnYvOTc4Yzk5OXhUdW9yaldIem9xY1laMzFOcmEyczg4c2dqY2YzMTE4ZjI3ZHZqcEpOT091QTNOcUU2REpZWnYvdnV1K1B4eHgrUEcyNjRJYlpzMlJMSEgzOTh0TFMweEl3Wk15S2k3K2ZUenRQN1psQS8xMkgzYzc3ZmZmZmRjaS9sZ0wzLy92dlIwdElTYjd6eFJ1blNlclU0N2JUVG9yT3owK3NhRWczR0dhOUVpeFl0aWllZWVDS1dMbDNhcC8yWThYeG12TEtZOFh4bXZMS1k4WHpWTk9QVmNKNWVDVFB1S2JKQTFYbnR0ZGRLYjFqeHdRY2Z4Rk5QUFJVWFhiVFA5eXdBQUNDSjU0c0JWV2Z0MnJWeC8vMzN4K2JObTZPK3ZqNm1UcDNhNDM5N0FnQkEzd25NQVRadTNMaXFlQW9CVkxLcnJyb3FycnJxcW5JdkF3QVlSSnluNS9BVVdR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TFVsbnNCR1NaTW1GRHVKVUMvTXVOVU96Tk90VFBqVkRzenptNkQrZ3Btc1ZoOHE5eHJvTHRpc2JneUluYVZleDNWd294WEhqT2V5NHhYSGpPZXk0eFhIak9leTR4WEhqTU9BQUFBQUFBQUFBQUFBQUFBQUFBQUFBQUFBQUFBQUFBQUFBQUFBQUFBQUFBQUFBQUFBQUFBQUFBQUFBQUFBQUFBQUFBQUFBQUFBQUFBQUFBQUFBQUFBQUFBQUFBQUFBQUFBQUFBQUFBQUFBQUFBQUFBQUFBQUFBQUFBQUFBQUFBQUFBQUFBQUFBQUFBQUFBQUFBRUFWK1g5WTRmUEphMGllS3dBQUFBQkpSVTVFcmtKZ2dnPT0iLAoJIlRoZW1lIiA6ICIiLAoJIlR5cGUiIDogImZsb3ciLAoJIlZlcnNpb24iIDogIiIKfQo="/>
    </extobj>
    <extobj name="ECB019B1-382A-4266-B25C-5B523AA43C14-2">
      <extobjdata type="ECB019B1-382A-4266-B25C-5B523AA43C14" data="ewoJIkZpbGVJZCIgOiAiMTY0MTAzNTg2MjU2IiwKCSJHcm91cElkIiA6ICI0MzMzMTIzMjMiLAoJIkltYWdlIiA6ICJpVkJPUncwS0dnb0FBQUFOU1VoRVVnQUFBNWdBQUFHQ0NBWUFBQUNGR214cEFBQUFDWEJJV1hNQUFBc1RBQUFMRXdFQW1wd1lBQUFUUlVsRVFWUjRuTzNkZld6VjliM0E4YytwQldKVm9xeFF6VVJOMWUwUEhyYVdUR1Z4TGt6QnF5STZRa1NOd1hxamlVOFRFNlB6WVJtYjJNUUgxUGh3cDlGY281dnVhdUlZNGVubVhxT0orTEJnSWlOcUlhS0pBU0VXcndGRWNGSm96LzNEY0VZZFVHZy83VGs5dkY1L05mMmQvczYzNVhOKy9iMzdPK2NRQV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GYWRRN2dYMFJYTno4MzlIeEwrVmV4MTA4K2FLRlN0K1Z1NUZWQXN6WHBITWVDSXpYcEhNZUNJelhwSE1lQ0l6WHBIS091TTE1YnJqSklhNThwdzVac3lZb2VWZVJCVXg0NVhIak9jeTQ1WEhqT2N5NDVYSGpPY3k0NVduckROZVc2NDd6dlR1dSsrV2V3bEV4R21ublJhZG5aM1IxdFpXTFBkYXFvMFpyd3htdlArWThjcGd4dnVQR2E4TVpyei9tUEhLVUFrelB0aXZZQUlBQUZBa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NZQUFBQXBCQ1lBQUFBcEJDWUFBQUFwQkdhQ2pSczN4c1VYWHh4ZFhWM2xYZ29WckxtNStaTHg0OGYvTENLR2xIc3RCK3Y5OTkrUENSTW14TmRmZjUyK3o0Nk9qaDYzZTR3TkRvTjV4dmZVSC9OT2RhaVdHYyswZVBIaW1EWnRXdnprSnorSjU1NTdydHpMb1kvTU9Ca0Vab0tHaG9aWXNHQkIxTlFNekk5ejNicDE4Y3RmL25LZkorWlVwbUt4ZUhsdGJlMnlwcWFtOXVibTV2LzQ4WTkvUFBtVVUwNFpWdTUxRFFZRC9SaWpkdzYxR1hjc1B2UWNhalBlay9iMjl2ajk3Mzhmdi9yVnIrTHR0OStPbVRObmxudEo5TkdoTk9QOWRRejN1eUdpdHR3TDRPQjkrZVdYc1c3ZHVuSXZnMTRxRkFvakl1TDZtcHFhNjRjUEg3NjFxYW5wNVdLeCtKZXVycTdYMzN2dnZlM2xYaC8wMWFFeTQ0N0ZoNjVEWmNaNzhzVVhYMFJYVjFmOC9PYy9qeUZEaHNTUUlTNTZWWXREWWNiNzZ4anVkNE1ybUNuMmZEclY3bytYTDE4ZWwxOStlWnh4eGhseHlTV1h4T3JWcTd2ZDlxMjMzb29aTTJiRXhJa1Q0NmFiYm9vdFc3Yjh5NzYrdS8vZGZ3bHBhV21KaUlpSkV5ZkdoQWtUQnZhYkpkdndRcUh3N3pVMU5VdHFhMnYvcjZtcDZiK2FtNXVubjNMS0tjTXpkdDdSMFJIMzMzOS9USm8wS2M0ODg4eTQ4ODQ3WTl1MmJSSHh6N2xhdEdoUlRKa3lKYzQ5OTl4NDU1MTM0b1VYWG9oSmt5YkY1TW1UWTlteVpkMzI5L2UvLzMydmM5dlRmVVZFYk4yNk5XNjk5ZGI0NlU5L0dsT25UbzNseTVkMzIvZit0aC9NWXl3aVlzdVdMWEhMTGJmRXhJa1Q0OElMTDR4bm5ubG12MC9IcFYvMTY0d1BoQmRmZkRHbVRKa1NFeWRPakhuejVwVSt2N2RqY1c4ZVZ3eDZnMzdHZCt2cTZvcG5uMzAycGsyYkZxZWZmbnFjZi83NXNYcjE2dEpjTDF5NE1IN3hpMStVSGdkWFhubGxSRGdmT1FSVTNJenYzTGt6L3ZDSFA4VFVxVk5Mcy9yMDAwK1hYa3JUMi9OcDUrazVYTUhzSi9Qbno0OUhIMzAwaGc0ZEdyLzV6VzlpN3R5NThlYy8vN20wZmVIQ2hmSFVVMC9GcmwyNzR1YWJiNDRISG5nZ1dsdGJEMmpmeno3N2JMUzB0TVRmL3ZhM0dEcDBhSDk5QzczVzNOenNMTDUzRGk4VUNwZEd4S1ZISFhWVVIzTno4NUsrN3ZDZWUrNko5ZXZYeDRzdnZoakRoZzJMTys2NEl4NTg4TUdZTTJkTzZUWWZmL3h4TEZpd0lPNjc3NzY0NjY2N1l0S2tTYkZreVpKNCtPR0g0NkdISG9xenpqcXJkTnY5elcxUDl6Vm56cHpZdm4xN0xGeTRNQ0lpZnYzclgzZGJhMC9idjJ0L2o3RTVjK2JFUC83eGoxaTBhRkVVaThXNDdiYmIrdmlUN002TTkxcjZqUGUzOWV2WHh3TVBQQkJQUFBGRWpCMDdOajc1NUpQU3R2MGRpdy9tY1ZXSnpIaXZEYm9aMzlQRER6OGNyNy8rZXN5ZE96ZkdqQmtUNjlhdGk4TVBQenkrK09LTGlJaFl2bng1NmJnYVVmbm5JL3RqeG51dEltYTh0YlUxVnExYUZRODk5RkEwTmpiR3FsV3I0dmJiYjQ5ZHUzYkZkZGRkZDBENzJOLzhWdk41K2tCd0JiT2YzSGpqalZGZlh4L0RodytQU3krOU5OYXNXZFB0RFVxdXUrNjZHREZpUkl3YU5TcGFXbHI4Ulp0dUNvVkNvVmdzSHJQN2wzaHZiTjY4T1pZdVhScTMzMzU3TkRRMHhORkhIeDFYWEhGRnZQcnFxOTF1TjNQbXpLaXJxNHZ6eno4L05tM2FGQzB0TFZGWFZ4Zm5ubnR1ZlBycHA5SFoyVm02N1o1emUrV1ZWNWJtdHFmNzJyUnBVeXhidGl4dXZ2bm1xSyt2ai9yNityajY2cXRMKysxcCs5N3M2ekcyZWZQbWVQUE5OMlAyN05sUlgxOGZJMGVPakd1dXVhYlhQMGY2UjhhTUQ0UWhRNFpFb1ZDSTl2YjJxS3VyaXpGanhoelExeDNNNDRycU5GaG1mTGV2dnZvcVhucnBwZmp0YjM4YlAvclJqNksydGpZYUd4dmp1T09PSzkxbTFxeFpjY1FSUjhTUlJ4NVp4cFZTS2NvMTQxdTJiSW5GaXhmSFhYZmRGVC80d1EraXRyWTJ4bzhmSDlkZWUyM01uejgvNVQ2Y3AvZU5LNWo5NUh2ZisxN3A0Nk9PT2lxS3hXTHMycldyOUxsUm8wYVZQaDQ1Y21SOC9mWFhWZk1PbVN0V3JCZ2FFVHZMdlk1SzA5VFV0S0JRS0Z5MHIrM0ZZbkZIUkN5TGlMOTJkSFM4MU5iV3RxbTV1Ym5YUiszMjl2WW9Gb3R4MldXWC9jdTJuVHYvK2M5ejlORkhSMFJFWFYxZFJFVFUxOWRIUk1Td1lkKytwbi9QRStFOTUzYlVxRkdsdWUzcHZqWnUzQmdSRVNlY2NFTHA4M3Vlb1BTMGZXLzI5UmhyYjIrUGlJZ1RUenl4Mi9aTVpuenZCbnJHQjBKRFEwUE1uVHMzSG5ua2tYaisrZWZqamp2dWlLYW1waDYvN2tBZVY0Y2RkbGcvcmJydnpQamVWZU9NNzdaaHc0Ym83T3lNSC83d2gvdTh6ZkhISHorQUsrcGZabnp2QnNPTWYvYlpaMUVzRnFPeHNiSGI1MDg0NFlUWXRHbFR5dmwwTlorbkR3U0JXU2JidG0wcm5YaXNYYnMyUm8wYUZUVTFOYVZMNmQ5ODgwMXArNTZ2WTZPNkZJdkY3WVZDNGJXdXJxNi9iTnUyN2E4ZmYvengxcXg5anhneElpSWlsaXhaRXNjZWUyektQcjg3dHcwTkRWRlRVOVBqZmUyT3hjOC8vN3owOGU2b1BKRHRCeU56WC9SZGY4NzRRRG52dlBQaW5IUE9pVWNmZlRSdXUrMjJlT1dWVjhxOUpDcElOY3g0Uk1ReHh4d1RFZCsrQSthK3J0UVhDb1dCWEJJVm90Sm1mT1RJa1JIeDdYbkkyTEZqUzU5ZnYzNTk2YnlrcitmVHp0UDd4bE5reStUeHh4K1A3ZHUzeDlxMWErT1paNTZKQ3krOE1DSWlUanJwcEtpcnE0dkZpeGRIUk1TT0hUdmlUMy82VTdldkhUNzgyOWRVcjF5NU1yWnVIWlMveHc1MVh4YUx4YjhVaThYTE5tL2VYTDlpeFlwcEsxZXVmQzc3Z04zUTBCRE56YzB4Yjk2ODJMaHhZM1IyZHNhYU5XdmluWGZlNmZVK3Z6dTMwNlpOTzZEN0dqMTZkRFEyTnNaamp6MFdXN2R1alEwYk5zUWYvL2pIMG41NzJuNHdSbzhlSFNlZmZITEt2dWkxQVpueGdmRFpaNS9GeXBVcm8xQW94T2pSbzZPam82UDAralBINGtOYTFjejRiZzBORFhIV1dXZEZhMnRyckZtekpqbzdPK1BERHorTURSczJsSHRwbEVmRnpuaDlmWDJjZmZiWjBkcmFHaDk5OUZGMGRuYkdCeDk4RUU4KytXVE1talVySXZwK1B1MDh2Vzljd1N5VDhlUEh4OFVYWHh3N2R1eUk4ODQ3ci9RYXNXSERoa1ZyYTJ2TW16Y3ZYbjc1NVJnNWNtUk1talNwMnp0cW5uamlpVEY5K3ZTWVBYdDJISG5ra2Y2YVBralUxTlQ4YjdGWS9NOGRPM2I4VDF0YjI0Qzh1Y0I5OTkwWDk5NTdiOHlZTVNOMjd0d1pqWTJOTVh2MjdGN3ZiOXk0Y1hIUlJSZEZSMGRIWEhEQkJkMWVKOW5UZmQxNzc3M3h1OS85TGlaUG5oeW5ubnBxekpneEk5cmEyZzU0KzhGKzMzUG16SWtwVTZiRXFhZWVHdE9uVDQrMnRyYW9yWFhJNjAvbG1QSCsxdG5aR1hmZmZYZHMyTEFodnYvOTc4Yzk5OXhUdW9yaldIem9xY1laMzFOcmEyczg4c2dqY2YzMTE4ZjI3ZHZqcEpOT091QTNOcUU2REpZWnYvdnV1K1B4eHgrUEcyNjRJYlpzMlJMSEgzOTh0TFMweEl3Wk15S2k3K2ZUenRQN1psQS8xMkgzYzc3ZmZmZmRjaS9sZ0wzLy92dlIwdElTYjd6eFJ1blNlclU0N2JUVG9yT3owK3NhRWczR0dhOUVpeFl0aWllZWVDS1dMbDNhcC8yWThYeG12TEtZOFh4bXZMS1k4WHpWTk9QVmNKNWVDVFB1S2JKQTFYbnR0ZGRLYjFqeHdRY2Z4Rk5QUFJVWFhiVFA5eXdBQUNDSjU0c0JWV2Z0MnJWeC8vMzN4K2JObTZPK3ZqNm1UcDNhNDM5N0FnQkEzd25NQVRadTNMaXFlQW9CVkxLcnJyb3FycnJxcW5JdkF3QVlSSnluNS9BVVdR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SUlUQUFBQUZJSVRBQUFBRklJVEFBQUFGTFVsbnNCR1NaTW1GRHVKVUMvTXVOVU96Tk90VFBqVkRzenptNkQrZ3Btc1ZoOHE5eHJvTHRpc2JneUluYVZleDNWd294WEhqT2V5NHhYSGpPZXk0eFhIak9leTR4WEhqTU9BQUFBQUFBQUFBQUFBQUFBQUFBQUFBQUFBQUFBQUFBQUFBQUFBQUFBQUFBQUFBQUFBQUFBQUFBQUFBQUFBQUFBQUFBQUFBQUFBQUFBQUFBQUFBQUFBQUFBQUFBQUFBQUFBQUFBQUFBQUFBQUFBQUFBQUFBQUFBQUFBQUFBQUFBQUFBQUFBQUFBQUFBQUFBQUFBRUFWK1g5WTRmUEphMGllS3dBQUFBQkpSVTVFcmtKZ2dnPT0iLAoJIlRoZW1lIiA6ICIiLAoJIlR5cGUiIDogImZsb3ciLAoJIlZlcnNpb24iIDogIiIKfQo="/>
    </extobj>
  </extobjs>
</s:customData>
</file>

<file path=customXml/itemProps613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2906</Words>
  <Application>WPS 演示</Application>
  <PresentationFormat/>
  <Paragraphs>306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41</vt:i4>
      </vt:variant>
    </vt:vector>
  </HeadingPairs>
  <TitlesOfParts>
    <vt:vector size="63" baseType="lpstr">
      <vt:lpstr>Arial</vt:lpstr>
      <vt:lpstr>宋体</vt:lpstr>
      <vt:lpstr>Wingdings</vt:lpstr>
      <vt:lpstr>微软雅黑</vt:lpstr>
      <vt:lpstr>汉仪粗简黑简</vt:lpstr>
      <vt:lpstr>黑体</vt:lpstr>
      <vt:lpstr>汉仪旗黑-85S</vt:lpstr>
      <vt:lpstr>方正粗黑宋简体</vt:lpstr>
      <vt:lpstr>微软雅黑 Light</vt:lpstr>
      <vt:lpstr>Arial Unicode MS</vt:lpstr>
      <vt:lpstr>汉仪铸字卡酷体简</vt:lpstr>
      <vt:lpstr>方正姚体</vt:lpstr>
      <vt:lpstr>华文新魏</vt:lpstr>
      <vt:lpstr>华文中宋</vt:lpstr>
      <vt:lpstr>仿宋</vt:lpstr>
      <vt:lpstr>等线</vt:lpstr>
      <vt:lpstr>华文细黑</vt:lpstr>
      <vt:lpstr>华文宋体</vt:lpstr>
      <vt:lpstr>汉仪旗黑-25S</vt:lpstr>
      <vt:lpstr>1_Office 主题​​</vt:lpstr>
      <vt:lpstr>3_Office 主题​​</vt:lpstr>
      <vt:lpstr>2_Office 主题​​</vt:lpstr>
      <vt:lpstr>毕设进度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毕设进度</dc:title>
  <dc:creator>Huo Fee</dc:creator>
  <cp:lastModifiedBy>易燃范特西。</cp:lastModifiedBy>
  <cp:revision>37</cp:revision>
  <dcterms:created xsi:type="dcterms:W3CDTF">2022-04-18T13:24:00Z</dcterms:created>
  <dcterms:modified xsi:type="dcterms:W3CDTF">2022-04-18T19:31:45Z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5ECF1CE6C1A54E45BB7AD8BE651C3F4E</vt:lpwstr>
  </property>
</Properties>
</file>